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5" r:id="rId4"/>
    <p:sldMasterId id="2147483838" r:id="rId5"/>
  </p:sldMasterIdLst>
  <p:notesMasterIdLst>
    <p:notesMasterId r:id="rId29"/>
  </p:notesMasterIdLst>
  <p:handoutMasterIdLst>
    <p:handoutMasterId r:id="rId30"/>
  </p:handoutMasterIdLst>
  <p:sldIdLst>
    <p:sldId id="256" r:id="rId6"/>
    <p:sldId id="257" r:id="rId7"/>
    <p:sldId id="258" r:id="rId8"/>
    <p:sldId id="337" r:id="rId9"/>
    <p:sldId id="338" r:id="rId10"/>
    <p:sldId id="348" r:id="rId11"/>
    <p:sldId id="357" r:id="rId12"/>
    <p:sldId id="349" r:id="rId13"/>
    <p:sldId id="350" r:id="rId14"/>
    <p:sldId id="363" r:id="rId15"/>
    <p:sldId id="352" r:id="rId16"/>
    <p:sldId id="364" r:id="rId17"/>
    <p:sldId id="365" r:id="rId18"/>
    <p:sldId id="353" r:id="rId19"/>
    <p:sldId id="354" r:id="rId20"/>
    <p:sldId id="355" r:id="rId21"/>
    <p:sldId id="356" r:id="rId22"/>
    <p:sldId id="358" r:id="rId23"/>
    <p:sldId id="359" r:id="rId24"/>
    <p:sldId id="360" r:id="rId25"/>
    <p:sldId id="361" r:id="rId26"/>
    <p:sldId id="362" r:id="rId27"/>
    <p:sldId id="30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4653"/>
    <a:srgbClr val="2A9D8F"/>
    <a:srgbClr val="5F9DB6"/>
    <a:srgbClr val="ABC5CF"/>
    <a:srgbClr val="698895"/>
    <a:srgbClr val="E9C36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EBBBCC-DAD2-459C-BE2E-F6DE35CF9A2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85" autoAdjust="0"/>
    <p:restoredTop sz="65431" autoAdjust="0"/>
  </p:normalViewPr>
  <p:slideViewPr>
    <p:cSldViewPr snapToGrid="0">
      <p:cViewPr varScale="1">
        <p:scale>
          <a:sx n="68" d="100"/>
          <a:sy n="68" d="100"/>
        </p:scale>
        <p:origin x="990" y="33"/>
      </p:cViewPr>
      <p:guideLst/>
    </p:cSldViewPr>
  </p:slideViewPr>
  <p:notesTextViewPr>
    <p:cViewPr>
      <p:scale>
        <a:sx n="100" d="100"/>
        <a:sy n="100" d="100"/>
      </p:scale>
      <p:origin x="0" y="0"/>
    </p:cViewPr>
  </p:notesTextViewPr>
  <p:sorterViewPr>
    <p:cViewPr>
      <p:scale>
        <a:sx n="80" d="100"/>
        <a:sy n="80" d="100"/>
      </p:scale>
      <p:origin x="0" y="0"/>
    </p:cViewPr>
  </p:sorterViewPr>
  <p:notesViewPr>
    <p:cSldViewPr snapToGrid="0">
      <p:cViewPr varScale="1">
        <p:scale>
          <a:sx n="73" d="100"/>
          <a:sy n="73" d="100"/>
        </p:scale>
        <p:origin x="2232" y="29"/>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6/25/2026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6/25/2026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3029733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450916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4026532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16634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6434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7D44D-1EC6-B47C-A425-753002488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525F5E-3A4B-1C29-CA47-AB22C65846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6D35F6-9690-4078-39A5-CDEDB43767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AI is no longer optional. It is becoming a competitive necessity.</a:t>
            </a:r>
            <a:endParaRPr lang="en-US"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35E01FFF-EAD3-8B80-4656-5901B081D762}"/>
              </a:ext>
            </a:extLst>
          </p:cNvPr>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3162198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F6453-7951-BFE7-22E6-BE6CE8DFE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4B3B80-9C57-B981-2E1E-1E381F5D7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6E1BA6-D19C-D08B-D0EC-1BBD0A179A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9BF5FF-AE7D-8348-2276-5E73FCB07A1F}"/>
              </a:ext>
            </a:extLst>
          </p:cNvPr>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2306604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85764-3D96-0032-765D-81191DFB6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386BA4-48FA-30CA-6E8C-9826CF5240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A3AC53-FCA3-B488-9613-932B1BBB9E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BDA2DB-221A-0A17-DB23-1225A51BBE93}"/>
              </a:ext>
            </a:extLst>
          </p:cNvPr>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2804749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99D43-078F-30FD-C837-79D134E82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73F570-BEF8-76E2-C6E8-D47FBB6597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DB7A4-F1CF-00D3-E72E-93106A6C98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ACF029-87F7-BB8F-31D4-41105F3268EB}"/>
              </a:ext>
            </a:extLst>
          </p:cNvPr>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3223542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0AF70-3A9B-4D8D-DAFE-2CCA6523AE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EC250-1901-F983-4AD5-5B06C2AD8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1BFE8-959C-5B93-F9DD-DB4874DF3DC5}"/>
              </a:ext>
            </a:extLst>
          </p:cNvPr>
          <p:cNvSpPr>
            <a:spLocks noGrp="1"/>
          </p:cNvSpPr>
          <p:nvPr>
            <p:ph type="body" idx="1"/>
          </p:nvPr>
        </p:nvSpPr>
        <p:spPr/>
        <p:txBody>
          <a:bodyPr/>
          <a:lstStyle/>
          <a:p>
            <a:r>
              <a:rPr lang="en-US" b="1" dirty="0"/>
              <a:t>Risk Identification Outcome</a:t>
            </a:r>
          </a:p>
          <a:p>
            <a:r>
              <a:rPr lang="en-US" b="1" dirty="0"/>
              <a:t>The transformation of six core operational processes resulted in 18 consolidated enterprise risks and one strategic opportunity.</a:t>
            </a:r>
            <a:endParaRPr lang="en-US" dirty="0"/>
          </a:p>
          <a:p>
            <a:endParaRPr lang="en-US" dirty="0"/>
          </a:p>
        </p:txBody>
      </p:sp>
      <p:sp>
        <p:nvSpPr>
          <p:cNvPr id="4" name="Slide Number Placeholder 3">
            <a:extLst>
              <a:ext uri="{FF2B5EF4-FFF2-40B4-BE49-F238E27FC236}">
                <a16:creationId xmlns:a16="http://schemas.microsoft.com/office/drawing/2014/main" id="{B332FB1A-7D1F-8476-32D1-F817BE9C27AA}"/>
              </a:ext>
            </a:extLst>
          </p:cNvPr>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3489402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313CD-1885-C002-1686-BB82A606D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F00A8-08BC-5C20-AEF1-E7AA329CE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740DA-598A-48F9-74CC-2C1C014EAB9D}"/>
              </a:ext>
            </a:extLst>
          </p:cNvPr>
          <p:cNvSpPr>
            <a:spLocks noGrp="1"/>
          </p:cNvSpPr>
          <p:nvPr>
            <p:ph type="body" idx="1"/>
          </p:nvPr>
        </p:nvSpPr>
        <p:spPr/>
        <p:txBody>
          <a:bodyPr/>
          <a:lstStyle/>
          <a:p>
            <a:r>
              <a:rPr lang="en-US" dirty="0"/>
              <a:t>T</a:t>
            </a:r>
            <a:r>
              <a:rPr lang="en-US" altLang="zh-CN" dirty="0"/>
              <a:t>his is our heatmap.</a:t>
            </a:r>
            <a:endParaRPr lang="en-US" dirty="0"/>
          </a:p>
        </p:txBody>
      </p:sp>
      <p:sp>
        <p:nvSpPr>
          <p:cNvPr id="4" name="Slide Number Placeholder 3">
            <a:extLst>
              <a:ext uri="{FF2B5EF4-FFF2-40B4-BE49-F238E27FC236}">
                <a16:creationId xmlns:a16="http://schemas.microsoft.com/office/drawing/2014/main" id="{F35AF9EA-69AD-3ECD-20B5-7E9521067CF9}"/>
              </a:ext>
            </a:extLst>
          </p:cNvPr>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3505994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EC79C-BFCC-CD00-F91D-7675A4B58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375464-8B65-F61E-9B6B-BE31DCD78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85383E-6546-60CC-6F5C-7149B4DE6BC8}"/>
              </a:ext>
            </a:extLst>
          </p:cNvPr>
          <p:cNvSpPr>
            <a:spLocks noGrp="1"/>
          </p:cNvSpPr>
          <p:nvPr>
            <p:ph type="body" idx="1"/>
          </p:nvPr>
        </p:nvSpPr>
        <p:spPr/>
        <p:txBody>
          <a:bodyPr/>
          <a:lstStyle/>
          <a:p>
            <a:r>
              <a:rPr lang="en-US" dirty="0"/>
              <a:t>Also, you can see Risk score ranking. These risks were identified as critical not only because they received the highest risk scores, but because they directly affect Walmart’s ability to successfully execute its AI transformation strategy. System integration, inventory forecasting, platform reliability, and cybersecurity represent the core operational and technological foundations of Walmart’s frontline operations. Failure in any of these areas could significantly impact revenue, customer experience, and long-term transformation outcomes.</a:t>
            </a:r>
          </a:p>
        </p:txBody>
      </p:sp>
      <p:sp>
        <p:nvSpPr>
          <p:cNvPr id="4" name="Slide Number Placeholder 3">
            <a:extLst>
              <a:ext uri="{FF2B5EF4-FFF2-40B4-BE49-F238E27FC236}">
                <a16:creationId xmlns:a16="http://schemas.microsoft.com/office/drawing/2014/main" id="{9AAE7159-1280-CC27-1AEA-ACD242AA7FBC}"/>
              </a:ext>
            </a:extLst>
          </p:cNvPr>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21738460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EE7EA-DEF6-06BD-E376-BA9B0803F6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E43CDD-FB7F-3B60-6FFE-589DF29BC3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B6F17A-5E38-5EE8-928E-95F8563E48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A3A0DF-588D-284F-B1E4-603DE06197BC}"/>
              </a:ext>
            </a:extLst>
          </p:cNvPr>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14115709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1FDAC-FC83-6974-30E5-CFD19D72C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D2089-E67D-4049-1F53-776460D46E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F21B8B-9848-12A9-7368-3382098CCA01}"/>
              </a:ext>
            </a:extLst>
          </p:cNvPr>
          <p:cNvSpPr>
            <a:spLocks noGrp="1"/>
          </p:cNvSpPr>
          <p:nvPr>
            <p:ph type="body" idx="1"/>
          </p:nvPr>
        </p:nvSpPr>
        <p:spPr/>
        <p:txBody>
          <a:bodyPr/>
          <a:lstStyle/>
          <a:p>
            <a:r>
              <a:rPr lang="en-US" sz="900" dirty="0"/>
              <a:t>After identifying and prioritizing the highest-risk areas, we developed Key Risk Indicators, or KRIs, to help Walmart monitor these risks on an ongoing basis.</a:t>
            </a:r>
          </a:p>
          <a:p>
            <a:r>
              <a:rPr lang="en-US" sz="900" dirty="0"/>
              <a:t>We focused on the five highest-priority risks identified in the heatmap, including legacy system integration failure, inventory forecasting errors, system downtime, cybersecurity breaches, and AI governance risks.</a:t>
            </a:r>
          </a:p>
          <a:p>
            <a:r>
              <a:rPr lang="en-US" sz="900" dirty="0"/>
              <a:t>For each risk, we defined a measurable indicator, a warning threshold, and an early warning signal. This allows management to detect emerging issues early and take corrective actions before they escalate into major operational, financial, or compliance incidents.</a:t>
            </a:r>
          </a:p>
          <a:p>
            <a:endParaRPr lang="en-US" sz="1600" dirty="0"/>
          </a:p>
        </p:txBody>
      </p:sp>
      <p:sp>
        <p:nvSpPr>
          <p:cNvPr id="4" name="Slide Number Placeholder 3">
            <a:extLst>
              <a:ext uri="{FF2B5EF4-FFF2-40B4-BE49-F238E27FC236}">
                <a16:creationId xmlns:a16="http://schemas.microsoft.com/office/drawing/2014/main" id="{CA7AE8CE-9C5F-062C-DAFD-2FB220A006AB}"/>
              </a:ext>
            </a:extLst>
          </p:cNvPr>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3606916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671DC-A8D1-BE1E-E825-BD177AFB5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E3A710-92EE-D798-A482-B930EE83BA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73646C-3583-976C-8BBF-826AC2C3CE9E}"/>
              </a:ext>
            </a:extLst>
          </p:cNvPr>
          <p:cNvSpPr>
            <a:spLocks noGrp="1"/>
          </p:cNvSpPr>
          <p:nvPr>
            <p:ph type="body" idx="1"/>
          </p:nvPr>
        </p:nvSpPr>
        <p:spPr/>
        <p:txBody>
          <a:bodyPr/>
          <a:lstStyle/>
          <a:p>
            <a:r>
              <a:rPr lang="en-US" sz="800" dirty="0"/>
              <a:t>After prioritizing risks through the heatmap, we conducted a quantitative risk assessment using probability estimates and expected financial exposure. The results show that inventory forecasting failures, legacy system integration issues, and system downtime represent the most significant financial threats to Walmart's AI transformation initiative. We also applied Indicators and Warning analysis to classify risks into red, amber, and green categories, helping management focus attention on the risks most likely to create operational and financial disruption. While the I&amp;W analysis identifies which risks require attention today, Monte Carlo simulation helps us understand the range of potential future financial outcomes if these risks </a:t>
            </a:r>
            <a:r>
              <a:rPr lang="en-US" sz="800" dirty="0" err="1"/>
              <a:t>happenes</a:t>
            </a:r>
            <a:r>
              <a:rPr lang="en-US" sz="800" dirty="0"/>
              <a:t>.</a:t>
            </a:r>
          </a:p>
          <a:p>
            <a:endParaRPr lang="en-US" altLang="zh-CN" sz="800" dirty="0"/>
          </a:p>
          <a:p>
            <a:r>
              <a:rPr lang="zh-CN" altLang="en-US" sz="800" dirty="0"/>
              <a:t>（</a:t>
            </a:r>
            <a:r>
              <a:rPr lang="en-US" sz="800" b="1" dirty="0"/>
              <a:t>R5 and R6</a:t>
            </a:r>
            <a:r>
              <a:rPr lang="en-US" sz="800" dirty="0"/>
              <a:t> are classified as </a:t>
            </a:r>
            <a:r>
              <a:rPr lang="en-US" sz="800" b="1" dirty="0"/>
              <a:t>Red</a:t>
            </a:r>
            <a:r>
              <a:rPr lang="en-US" sz="800" dirty="0"/>
              <a:t>, meaning they require immediate management attention. </a:t>
            </a:r>
            <a:r>
              <a:rPr lang="en-US" sz="800" b="1" dirty="0"/>
              <a:t>R7, R8, and R14</a:t>
            </a:r>
            <a:r>
              <a:rPr lang="en-US" sz="800" dirty="0"/>
              <a:t> remain at the </a:t>
            </a:r>
            <a:r>
              <a:rPr lang="en-US" sz="800" b="1" dirty="0"/>
              <a:t>Amber</a:t>
            </a:r>
            <a:r>
              <a:rPr lang="en-US" sz="800" dirty="0"/>
              <a:t> level and should be closely monitored.</a:t>
            </a:r>
            <a:r>
              <a:rPr lang="zh-CN" altLang="en-US" sz="800" dirty="0"/>
              <a:t>）</a:t>
            </a:r>
            <a:endParaRPr lang="en-US" sz="800" dirty="0"/>
          </a:p>
        </p:txBody>
      </p:sp>
      <p:sp>
        <p:nvSpPr>
          <p:cNvPr id="4" name="Slide Number Placeholder 3">
            <a:extLst>
              <a:ext uri="{FF2B5EF4-FFF2-40B4-BE49-F238E27FC236}">
                <a16:creationId xmlns:a16="http://schemas.microsoft.com/office/drawing/2014/main" id="{A27787A6-E342-AC35-9FAF-9F683800ACA3}"/>
              </a:ext>
            </a:extLst>
          </p:cNvPr>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276339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94757-D2D2-AE6F-9274-E454A37DC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39431-214F-6BE4-FED8-33EC0A49C0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2B39D-E5F0-1944-AA71-5D848B9324A0}"/>
              </a:ext>
            </a:extLst>
          </p:cNvPr>
          <p:cNvSpPr>
            <a:spLocks noGrp="1"/>
          </p:cNvSpPr>
          <p:nvPr>
            <p:ph type="body" idx="1"/>
          </p:nvPr>
        </p:nvSpPr>
        <p:spPr/>
        <p:txBody>
          <a:bodyPr/>
          <a:lstStyle/>
          <a:p>
            <a:r>
              <a:rPr lang="en-US" dirty="0"/>
              <a:t>So, the purpose of this page is to quantifying financial exposure. Unlike a single-point estimate, Monte Carlo simulation models thousands of possible scenarios to estimate potential financial exposure under uncertainty.</a:t>
            </a:r>
          </a:p>
          <a:p>
            <a:r>
              <a:rPr lang="en-US" dirty="0"/>
              <a:t>The chart compares the average simulated financial loss with the 90th percentile worst-case scenario for each critical risk.</a:t>
            </a:r>
          </a:p>
          <a:p>
            <a:r>
              <a:rPr lang="en-US" dirty="0"/>
              <a:t>We found that </a:t>
            </a:r>
            <a:r>
              <a:rPr lang="en-US" b="1" dirty="0"/>
              <a:t>Inventory Forecast Error, Stockout Risk and Fulfillment Disruption</a:t>
            </a:r>
            <a:r>
              <a:rPr lang="en-US" dirty="0"/>
              <a:t> has the highest average financial exposure, indicating that inventory-related disruptions could generate the greatest expected financial losses.</a:t>
            </a:r>
          </a:p>
          <a:p>
            <a:r>
              <a:rPr lang="en-US" b="1" dirty="0"/>
              <a:t>System Downtime and AI Platform Unavailability</a:t>
            </a:r>
            <a:r>
              <a:rPr lang="en-US" dirty="0"/>
              <a:t> shows the highest worst-case financial exposure, suggesting that large-scale system outages could significantly disrupt Walmart's nationwide operations.</a:t>
            </a:r>
          </a:p>
          <a:p>
            <a:r>
              <a:rPr lang="en-US" b="1" dirty="0"/>
              <a:t>Legacy System Integration Failure and Vendor Dependency</a:t>
            </a:r>
            <a:r>
              <a:rPr lang="en-US" dirty="0"/>
              <a:t> remains one of the most significant operational risks because implementation failures could affect the success of the entire AI transformation program.</a:t>
            </a:r>
          </a:p>
          <a:p>
            <a:r>
              <a:rPr lang="en-US" dirty="0"/>
              <a:t>Although </a:t>
            </a:r>
            <a:r>
              <a:rPr lang="en-US" b="1" dirty="0"/>
              <a:t>Customer Data Breach and Information Security Risk</a:t>
            </a:r>
            <a:r>
              <a:rPr lang="en-US" dirty="0"/>
              <a:t> and </a:t>
            </a:r>
            <a:r>
              <a:rPr lang="en-US" b="1" dirty="0"/>
              <a:t>Regulatory Non-Compliance and AI Governance Risk</a:t>
            </a:r>
            <a:r>
              <a:rPr lang="en-US" dirty="0"/>
              <a:t> have relatively lower financial exposure, they still represent substantial legal, regulatory, and reputational risks that require continuous management attention.</a:t>
            </a:r>
          </a:p>
          <a:p>
            <a:endParaRPr lang="en-US" dirty="0"/>
          </a:p>
          <a:p>
            <a:r>
              <a:rPr lang="en-US" dirty="0"/>
              <a:t>Monte Carlo simulation allows us to compare risk exposure from multiple perspectives. The results show that Inventory Forecast Error creates the highest average financial loss, while System Downtime produces the most severe worst-case scenario. At the same time, Legacy System Integration Failure remains the most likely critical risk to occur. These findings demonstrate that risk priority is not determined by a single factor, and different risks require different mitigation strategies and management attention.</a:t>
            </a:r>
          </a:p>
        </p:txBody>
      </p:sp>
      <p:sp>
        <p:nvSpPr>
          <p:cNvPr id="4" name="Slide Number Placeholder 3">
            <a:extLst>
              <a:ext uri="{FF2B5EF4-FFF2-40B4-BE49-F238E27FC236}">
                <a16:creationId xmlns:a16="http://schemas.microsoft.com/office/drawing/2014/main" id="{3262A7D9-A874-D6D0-1029-A7E192D61F86}"/>
              </a:ext>
            </a:extLst>
          </p:cNvPr>
          <p:cNvSpPr>
            <a:spLocks noGrp="1"/>
          </p:cNvSpPr>
          <p:nvPr>
            <p:ph type="sldNum" sz="quarter" idx="5"/>
          </p:nvPr>
        </p:nvSpPr>
        <p:spPr/>
        <p:txBody>
          <a:bodyPr/>
          <a:lstStyle/>
          <a:p>
            <a:fld id="{BFDD6F49-EBB7-4CCF-97A8-E526BB28BB69}" type="slidenum">
              <a:rPr lang="en-US" smtClean="0"/>
              <a:t>16</a:t>
            </a:fld>
            <a:endParaRPr lang="en-US" dirty="0"/>
          </a:p>
        </p:txBody>
      </p:sp>
    </p:spTree>
    <p:extLst>
      <p:ext uri="{BB962C8B-B14F-4D97-AF65-F5344CB8AC3E}">
        <p14:creationId xmlns:p14="http://schemas.microsoft.com/office/powerpoint/2010/main" val="4091659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AF9EA-A467-756F-3C55-AA6723920A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810BB-668E-3E42-F5B3-5C0303B7B8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11AB76-EA2D-9EAE-788A-805DEFCC804F}"/>
              </a:ext>
            </a:extLst>
          </p:cNvPr>
          <p:cNvSpPr>
            <a:spLocks noGrp="1"/>
          </p:cNvSpPr>
          <p:nvPr>
            <p:ph type="body" idx="1"/>
          </p:nvPr>
        </p:nvSpPr>
        <p:spPr/>
        <p:txBody>
          <a:bodyPr/>
          <a:lstStyle/>
          <a:p>
            <a:r>
              <a:rPr lang="en-US" dirty="0"/>
              <a:t>To complement our quantitative analysis, we trained a Random Forest model using </a:t>
            </a:r>
            <a:r>
              <a:rPr lang="en-US" b="1" dirty="0"/>
              <a:t>500 simulated risk scenarios</a:t>
            </a:r>
            <a:r>
              <a:rPr lang="en-US" dirty="0"/>
              <a:t> generated from our final risk register.</a:t>
            </a:r>
          </a:p>
          <a:p>
            <a:r>
              <a:rPr lang="en-US" dirty="0"/>
              <a:t>The blue bars represent the current </a:t>
            </a:r>
            <a:r>
              <a:rPr lang="en-US" b="1" dirty="0"/>
              <a:t>ML Warning level</a:t>
            </a:r>
            <a:r>
              <a:rPr lang="en-US" dirty="0"/>
              <a:t>, which reflects the current warning status based on our risk indicators. The orange line represents the model's predicted probability that each critical risk could escalate into a major event.</a:t>
            </a:r>
          </a:p>
          <a:p>
            <a:r>
              <a:rPr lang="en-US" dirty="0"/>
              <a:t>Based on this threshold, </a:t>
            </a:r>
            <a:r>
              <a:rPr lang="en-US" b="1" dirty="0"/>
              <a:t>Inventory Forecast Error</a:t>
            </a:r>
            <a:r>
              <a:rPr lang="en-US" dirty="0"/>
              <a:t> and </a:t>
            </a:r>
            <a:r>
              <a:rPr lang="en-US" b="1" dirty="0"/>
              <a:t>Legacy System Integration Failure</a:t>
            </a:r>
            <a:r>
              <a:rPr lang="en-US" dirty="0"/>
              <a:t> exceed the warning level, indicating that these risks already require proactive intervention. </a:t>
            </a:r>
            <a:r>
              <a:rPr lang="en-US" b="1" dirty="0"/>
              <a:t>System Downtime</a:t>
            </a:r>
            <a:r>
              <a:rPr lang="en-US" dirty="0"/>
              <a:t> is very close to the threshold, suggesting it should also be closely monitored because a small deterioration could push it into the critical range.</a:t>
            </a:r>
          </a:p>
          <a:p>
            <a:r>
              <a:rPr lang="en-US" dirty="0"/>
              <a:t>The </a:t>
            </a:r>
            <a:r>
              <a:rPr lang="en-US" b="1" dirty="0"/>
              <a:t>orange line</a:t>
            </a:r>
            <a:r>
              <a:rPr lang="en-US" dirty="0"/>
              <a:t> represents the Random Forest prediction of how likely each risk is to escalate into a critical event. We found that </a:t>
            </a:r>
            <a:r>
              <a:rPr lang="en-US" b="1" dirty="0"/>
              <a:t>Inventory Forecast Error</a:t>
            </a:r>
            <a:r>
              <a:rPr lang="en-US" dirty="0"/>
              <a:t>, </a:t>
            </a:r>
            <a:r>
              <a:rPr lang="en-US" b="1" dirty="0"/>
              <a:t>Legacy System Integration Failure</a:t>
            </a:r>
            <a:r>
              <a:rPr lang="en-US" dirty="0"/>
              <a:t>, and </a:t>
            </a:r>
            <a:r>
              <a:rPr lang="en-US" b="1" dirty="0"/>
              <a:t>System Downtime</a:t>
            </a:r>
            <a:r>
              <a:rPr lang="en-US" dirty="0"/>
              <a:t> all have a </a:t>
            </a:r>
            <a:r>
              <a:rPr lang="en-US" b="1" dirty="0"/>
              <a:t>100% predicted escalation probability</a:t>
            </a:r>
            <a:r>
              <a:rPr lang="en-US" dirty="0"/>
              <a:t>. This does </a:t>
            </a:r>
            <a:r>
              <a:rPr lang="en-US" b="1" dirty="0"/>
              <a:t>not</a:t>
            </a:r>
            <a:r>
              <a:rPr lang="en-US" dirty="0"/>
              <a:t> mean these events are guaranteed to occur. Rather, within our </a:t>
            </a:r>
            <a:r>
              <a:rPr lang="en-US" b="1" dirty="0"/>
              <a:t>500 simulated scenarios</a:t>
            </a:r>
            <a:r>
              <a:rPr lang="en-US" dirty="0"/>
              <a:t>, these risks consistently emerged as the highest-priority events because of Walmart's </a:t>
            </a:r>
            <a:r>
              <a:rPr lang="en-US" b="1" dirty="0"/>
              <a:t>large operational scale, highly integrated AI systems, and nationwide retail network</a:t>
            </a:r>
            <a:r>
              <a:rPr lang="en-US" dirty="0"/>
              <a:t>, where failures can rapidly propagate across stores and supply chain operations.</a:t>
            </a:r>
          </a:p>
          <a:p>
            <a:r>
              <a:rPr lang="en-US" dirty="0"/>
              <a:t>Overall, the ML Warning tells management </a:t>
            </a:r>
            <a:r>
              <a:rPr lang="en-US" b="1" dirty="0"/>
              <a:t>which risks need attention today</a:t>
            </a:r>
            <a:r>
              <a:rPr lang="en-US" dirty="0"/>
              <a:t>, while the Random Forest prediction indicates </a:t>
            </a:r>
            <a:r>
              <a:rPr lang="en-US" b="1" dirty="0"/>
              <a:t>which risks are most likely to become tomorrow's critical events</a:t>
            </a:r>
            <a:r>
              <a:rPr lang="en-US" dirty="0"/>
              <a:t>.</a:t>
            </a:r>
          </a:p>
          <a:p>
            <a:endParaRPr lang="en-US" altLang="zh-CN" dirty="0"/>
          </a:p>
          <a:p>
            <a:r>
              <a:rPr lang="zh-CN" altLang="en-US" dirty="0"/>
              <a:t>（</a:t>
            </a:r>
            <a:r>
              <a:rPr lang="en-US" dirty="0"/>
              <a:t>We selected </a:t>
            </a:r>
            <a:r>
              <a:rPr lang="en-US" b="1" dirty="0"/>
              <a:t>70%</a:t>
            </a:r>
            <a:r>
              <a:rPr lang="en-US" dirty="0"/>
              <a:t> as the warning threshold because it provides a practical separation between risks requiring immediate action and those requiring enhanced monitoring. It follows the Indicators and Warning concept used throughout this project, rather than representing a fixed industry standard. Since our machine learning model was trained on </a:t>
            </a:r>
            <a:r>
              <a:rPr lang="en-US" b="1" dirty="0"/>
              <a:t>simulated scenarios</a:t>
            </a:r>
            <a:r>
              <a:rPr lang="en-US" dirty="0"/>
              <a:t>, the threshold serves as a management decision boundary instead of a statistical confidence level.</a:t>
            </a:r>
            <a:r>
              <a:rPr lang="zh-CN" altLang="en-US" dirty="0"/>
              <a:t>）</a:t>
            </a:r>
            <a:endParaRPr lang="en-US" altLang="zh-CN" dirty="0"/>
          </a:p>
          <a:p>
            <a:endParaRPr lang="en-US" dirty="0"/>
          </a:p>
          <a:p>
            <a:r>
              <a:rPr lang="en-US" dirty="0"/>
              <a:t>We trained a </a:t>
            </a:r>
            <a:r>
              <a:rPr lang="en-US" b="1" dirty="0"/>
              <a:t>Random Forest model using 500 simulated risk scenarios</a:t>
            </a:r>
            <a:r>
              <a:rPr lang="en-US" dirty="0"/>
              <a:t> based on our final risk register.</a:t>
            </a:r>
          </a:p>
          <a:p>
            <a:r>
              <a:rPr lang="en-US" dirty="0"/>
              <a:t>The </a:t>
            </a:r>
            <a:r>
              <a:rPr lang="en-US" b="1" dirty="0"/>
              <a:t>ML Warning</a:t>
            </a:r>
            <a:r>
              <a:rPr lang="en-US" dirty="0"/>
              <a:t> indicates the current warning level, and we use </a:t>
            </a:r>
            <a:r>
              <a:rPr lang="en-US" b="1" dirty="0"/>
              <a:t>70% as the threshold</a:t>
            </a:r>
            <a:r>
              <a:rPr lang="en-US" dirty="0"/>
              <a:t> for immediate management attention. </a:t>
            </a:r>
            <a:r>
              <a:rPr lang="en-US" b="1" dirty="0"/>
              <a:t>Inventory Forecast Error</a:t>
            </a:r>
            <a:r>
              <a:rPr lang="en-US" dirty="0"/>
              <a:t> and </a:t>
            </a:r>
            <a:r>
              <a:rPr lang="en-US" b="1" dirty="0"/>
              <a:t>Legacy System Integration Failure</a:t>
            </a:r>
            <a:r>
              <a:rPr lang="en-US" dirty="0"/>
              <a:t> are already above this threshold, while </a:t>
            </a:r>
            <a:r>
              <a:rPr lang="en-US" b="1" dirty="0"/>
              <a:t>System Downtime</a:t>
            </a:r>
            <a:r>
              <a:rPr lang="en-US" dirty="0"/>
              <a:t> is close behind.</a:t>
            </a:r>
          </a:p>
          <a:p>
            <a:r>
              <a:rPr lang="en-US" dirty="0"/>
              <a:t>The </a:t>
            </a:r>
            <a:r>
              <a:rPr lang="en-US" b="1" dirty="0"/>
              <a:t>Predicted High-Risk Probability</a:t>
            </a:r>
            <a:r>
              <a:rPr lang="en-US" dirty="0"/>
              <a:t> estimates future escalation risk. The </a:t>
            </a:r>
            <a:r>
              <a:rPr lang="en-US" b="1" dirty="0"/>
              <a:t>100% predictions</a:t>
            </a:r>
            <a:r>
              <a:rPr lang="en-US" dirty="0"/>
              <a:t> do not mean these risks will definitely occur; they indicate that, under our simulated scenarios, they consistently became the highest-priority risks because of Walmart's </a:t>
            </a:r>
            <a:r>
              <a:rPr lang="en-US" b="1" dirty="0"/>
              <a:t>business scale and integrated AI operations</a:t>
            </a:r>
            <a:r>
              <a:rPr lang="en-US" dirty="0"/>
              <a:t>.</a:t>
            </a:r>
          </a:p>
          <a:p>
            <a:endParaRPr lang="en-US" dirty="0"/>
          </a:p>
        </p:txBody>
      </p:sp>
      <p:sp>
        <p:nvSpPr>
          <p:cNvPr id="4" name="Slide Number Placeholder 3">
            <a:extLst>
              <a:ext uri="{FF2B5EF4-FFF2-40B4-BE49-F238E27FC236}">
                <a16:creationId xmlns:a16="http://schemas.microsoft.com/office/drawing/2014/main" id="{737684D5-F390-C52F-1449-858979038BBF}"/>
              </a:ext>
            </a:extLst>
          </p:cNvPr>
          <p:cNvSpPr>
            <a:spLocks noGrp="1"/>
          </p:cNvSpPr>
          <p:nvPr>
            <p:ph type="sldNum" sz="quarter" idx="5"/>
          </p:nvPr>
        </p:nvSpPr>
        <p:spPr/>
        <p:txBody>
          <a:bodyPr/>
          <a:lstStyle/>
          <a:p>
            <a:fld id="{BFDD6F49-EBB7-4CCF-97A8-E526BB28BB69}" type="slidenum">
              <a:rPr lang="en-US" smtClean="0"/>
              <a:t>17</a:t>
            </a:fld>
            <a:endParaRPr lang="en-US" dirty="0"/>
          </a:p>
        </p:txBody>
      </p:sp>
    </p:spTree>
    <p:extLst>
      <p:ext uri="{BB962C8B-B14F-4D97-AF65-F5344CB8AC3E}">
        <p14:creationId xmlns:p14="http://schemas.microsoft.com/office/powerpoint/2010/main" val="9997878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46227-855F-02FD-7DDA-8D11B3C02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D4FBB7-DD5F-DA6A-4F33-284AAE4A0A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0854F7-1514-88B9-C121-63AF0C799032}"/>
              </a:ext>
            </a:extLst>
          </p:cNvPr>
          <p:cNvSpPr>
            <a:spLocks noGrp="1"/>
          </p:cNvSpPr>
          <p:nvPr>
            <p:ph type="body" idx="1"/>
          </p:nvPr>
        </p:nvSpPr>
        <p:spPr/>
        <p:txBody>
          <a:bodyPr/>
          <a:lstStyle/>
          <a:p>
            <a:r>
              <a:rPr lang="en-US" dirty="0"/>
              <a:t>Based on our analysis, we developed response strategies for the three most critical risks. For legacy system integration failure, Walmart should use phased implementation, pilot testing, and vendor service-level agreements to reduce implementation risk. For inventory forecasting errors, human oversight and continuous model monitoring are necessary to improve forecast accuracy and prevent stockouts. For system downtime, cloud redundancy, disaster recovery planning, and uptime agreements with vendors can improve operational resilience. Since AI transformation is a strategic initiative, avoiding these risks is not practical </a:t>
            </a:r>
            <a:r>
              <a:rPr lang="en-US" altLang="zh-CN" dirty="0"/>
              <a:t>because Avoiding these risks would require Walmart to delay or abandon its AI transformation initiative.</a:t>
            </a:r>
            <a:r>
              <a:rPr lang="en-US" dirty="0"/>
              <a:t>. Therefore, mitigation and transfer are the most appropriate response strategies.</a:t>
            </a:r>
          </a:p>
        </p:txBody>
      </p:sp>
      <p:sp>
        <p:nvSpPr>
          <p:cNvPr id="4" name="Slide Number Placeholder 3">
            <a:extLst>
              <a:ext uri="{FF2B5EF4-FFF2-40B4-BE49-F238E27FC236}">
                <a16:creationId xmlns:a16="http://schemas.microsoft.com/office/drawing/2014/main" id="{134233B6-02DF-9B1F-769C-D5EEF42608FE}"/>
              </a:ext>
            </a:extLst>
          </p:cNvPr>
          <p:cNvSpPr>
            <a:spLocks noGrp="1"/>
          </p:cNvSpPr>
          <p:nvPr>
            <p:ph type="sldNum" sz="quarter" idx="5"/>
          </p:nvPr>
        </p:nvSpPr>
        <p:spPr/>
        <p:txBody>
          <a:bodyPr/>
          <a:lstStyle/>
          <a:p>
            <a:fld id="{BFDD6F49-EBB7-4CCF-97A8-E526BB28BB69}" type="slidenum">
              <a:rPr lang="en-US" smtClean="0"/>
              <a:t>18</a:t>
            </a:fld>
            <a:endParaRPr lang="en-US" dirty="0"/>
          </a:p>
        </p:txBody>
      </p:sp>
    </p:spTree>
    <p:extLst>
      <p:ext uri="{BB962C8B-B14F-4D97-AF65-F5344CB8AC3E}">
        <p14:creationId xmlns:p14="http://schemas.microsoft.com/office/powerpoint/2010/main" val="21611511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8A34A-2C2D-0C79-C2CF-7A97FC5D4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6CAD6-1168-C02D-0978-572EE4ACFB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12CB5-9CDD-46ED-428E-C09B9A623A26}"/>
              </a:ext>
            </a:extLst>
          </p:cNvPr>
          <p:cNvSpPr>
            <a:spLocks noGrp="1"/>
          </p:cNvSpPr>
          <p:nvPr>
            <p:ph type="body" idx="1"/>
          </p:nvPr>
        </p:nvSpPr>
        <p:spPr/>
        <p:txBody>
          <a:bodyPr/>
          <a:lstStyle/>
          <a:p>
            <a:r>
              <a:rPr lang="en-US" dirty="0"/>
              <a:t>This chart shows the estimated residual risk levels after applying our proposed mitigation strategies. It is important to note that these results are based on the assumption that the controls are fully implemented, adequately funded, and operating effectively. The objective is not to eliminate risk entirely, but to reduce risk to a more acceptable level. We can see that all five critical risks experience meaningful reductions, with the largest improvements observed in system integration, inventory forecasting, and platform availability. However, residual risks remain, particularly for technology and operational areas, which means continuous monitoring through KRIs, governance processes, and management oversight is still required. Overall, the analysis suggests that Walmart can significantly reduce risk exposure while continuing to realize the benefits of AI transformation.</a:t>
            </a:r>
          </a:p>
        </p:txBody>
      </p:sp>
      <p:sp>
        <p:nvSpPr>
          <p:cNvPr id="4" name="Slide Number Placeholder 3">
            <a:extLst>
              <a:ext uri="{FF2B5EF4-FFF2-40B4-BE49-F238E27FC236}">
                <a16:creationId xmlns:a16="http://schemas.microsoft.com/office/drawing/2014/main" id="{ED0827DC-18E1-56E2-4144-6ACE8758D054}"/>
              </a:ext>
            </a:extLst>
          </p:cNvPr>
          <p:cNvSpPr>
            <a:spLocks noGrp="1"/>
          </p:cNvSpPr>
          <p:nvPr>
            <p:ph type="sldNum" sz="quarter" idx="5"/>
          </p:nvPr>
        </p:nvSpPr>
        <p:spPr/>
        <p:txBody>
          <a:bodyPr/>
          <a:lstStyle/>
          <a:p>
            <a:fld id="{BFDD6F49-EBB7-4CCF-97A8-E526BB28BB69}" type="slidenum">
              <a:rPr lang="en-US" smtClean="0"/>
              <a:t>19</a:t>
            </a:fld>
            <a:endParaRPr lang="en-US" dirty="0"/>
          </a:p>
        </p:txBody>
      </p:sp>
    </p:spTree>
    <p:extLst>
      <p:ext uri="{BB962C8B-B14F-4D97-AF65-F5344CB8AC3E}">
        <p14:creationId xmlns:p14="http://schemas.microsoft.com/office/powerpoint/2010/main" val="27764497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3D071-729A-00C2-3743-C248A3B3FD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FD47C6-78D7-D229-41C2-717DED72F6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88E030-069D-B103-3B06-FD7F1EF846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9B0468-17F8-A7FD-CE2D-51EF636B94FA}"/>
              </a:ext>
            </a:extLst>
          </p:cNvPr>
          <p:cNvSpPr>
            <a:spLocks noGrp="1"/>
          </p:cNvSpPr>
          <p:nvPr>
            <p:ph type="sldNum" sz="quarter" idx="5"/>
          </p:nvPr>
        </p:nvSpPr>
        <p:spPr/>
        <p:txBody>
          <a:bodyPr/>
          <a:lstStyle/>
          <a:p>
            <a:fld id="{BFDD6F49-EBB7-4CCF-97A8-E526BB28BB69}" type="slidenum">
              <a:rPr lang="en-US" smtClean="0"/>
              <a:t>20</a:t>
            </a:fld>
            <a:endParaRPr lang="en-US" dirty="0"/>
          </a:p>
        </p:txBody>
      </p:sp>
    </p:spTree>
    <p:extLst>
      <p:ext uri="{BB962C8B-B14F-4D97-AF65-F5344CB8AC3E}">
        <p14:creationId xmlns:p14="http://schemas.microsoft.com/office/powerpoint/2010/main" val="5293856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975E2-349B-BFE1-24C8-8AD1413B6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CA411A-7F87-3D4F-A779-8906C585C2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60E8FB-E38F-799F-7CC4-8E660471BEAC}"/>
              </a:ext>
            </a:extLst>
          </p:cNvPr>
          <p:cNvSpPr>
            <a:spLocks noGrp="1"/>
          </p:cNvSpPr>
          <p:nvPr>
            <p:ph type="body" idx="1"/>
          </p:nvPr>
        </p:nvSpPr>
        <p:spPr/>
        <p:txBody>
          <a:bodyPr/>
          <a:lstStyle/>
          <a:p>
            <a:r>
              <a:rPr lang="en-US" sz="1000" dirty="0"/>
              <a:t>Based on our risk assessment, quantitative analysis, and mitigation planning, we recommend a phased implementation roadmap for Walmart's frontline AI transformation.</a:t>
            </a:r>
          </a:p>
          <a:p>
            <a:r>
              <a:rPr lang="en-US" sz="1000" dirty="0"/>
              <a:t>In </a:t>
            </a:r>
            <a:r>
              <a:rPr lang="en-US" sz="1000" b="1" dirty="0"/>
              <a:t>Phase 1</a:t>
            </a:r>
            <a:r>
              <a:rPr lang="en-US" sz="1000" dirty="0"/>
              <a:t>, Walmart should focus on building a strong foundation by establishing AI governance, validating system integration readiness, and strengthening vendor management. These actions primarily address the highest-priority risks of system integration failure and AI governance.</a:t>
            </a:r>
          </a:p>
          <a:p>
            <a:r>
              <a:rPr lang="en-US" sz="1000" dirty="0"/>
              <a:t>In </a:t>
            </a:r>
            <a:r>
              <a:rPr lang="en-US" sz="1000" b="1" dirty="0"/>
              <a:t>Phase 2</a:t>
            </a:r>
            <a:r>
              <a:rPr lang="en-US" sz="1000" dirty="0"/>
              <a:t>, the focus shifts to operational controls. Walmart should improve forecast validation, enhance cybersecurity monitoring, and strengthen platform reliability to reduce inventory disruption, data breach, and system downtime risks.</a:t>
            </a:r>
          </a:p>
          <a:p>
            <a:r>
              <a:rPr lang="en-US" sz="1000" dirty="0"/>
              <a:t>In </a:t>
            </a:r>
            <a:r>
              <a:rPr lang="en-US" sz="1000" b="1" dirty="0"/>
              <a:t>Phase 3</a:t>
            </a:r>
            <a:r>
              <a:rPr lang="en-US" sz="1000" dirty="0"/>
              <a:t>, Walmart can scale successful AI initiatives across the organization while continuously retraining AI models and integrating KRI reporting into the enterprise risk management framework.</a:t>
            </a:r>
          </a:p>
          <a:p>
            <a:r>
              <a:rPr lang="en-US" sz="1000" dirty="0"/>
              <a:t>Finally, the success of this roadmap depends on four key factors: strong governance, reliable technology infrastructure, workforce adoption and training, and continuous risk monitoring. Together, these elements will help Walmart balance innovation with effective risk management.</a:t>
            </a:r>
          </a:p>
          <a:p>
            <a:endParaRPr lang="en-US" sz="1000" dirty="0"/>
          </a:p>
        </p:txBody>
      </p:sp>
      <p:sp>
        <p:nvSpPr>
          <p:cNvPr id="4" name="Slide Number Placeholder 3">
            <a:extLst>
              <a:ext uri="{FF2B5EF4-FFF2-40B4-BE49-F238E27FC236}">
                <a16:creationId xmlns:a16="http://schemas.microsoft.com/office/drawing/2014/main" id="{7E76E203-0440-8A98-7608-74A30FCD7397}"/>
              </a:ext>
            </a:extLst>
          </p:cNvPr>
          <p:cNvSpPr>
            <a:spLocks noGrp="1"/>
          </p:cNvSpPr>
          <p:nvPr>
            <p:ph type="sldNum" sz="quarter" idx="5"/>
          </p:nvPr>
        </p:nvSpPr>
        <p:spPr/>
        <p:txBody>
          <a:bodyPr/>
          <a:lstStyle/>
          <a:p>
            <a:fld id="{BFDD6F49-EBB7-4CCF-97A8-E526BB28BB69}" type="slidenum">
              <a:rPr lang="en-US" smtClean="0"/>
              <a:t>21</a:t>
            </a:fld>
            <a:endParaRPr lang="en-US" dirty="0"/>
          </a:p>
        </p:txBody>
      </p:sp>
    </p:spTree>
    <p:extLst>
      <p:ext uri="{BB962C8B-B14F-4D97-AF65-F5344CB8AC3E}">
        <p14:creationId xmlns:p14="http://schemas.microsoft.com/office/powerpoint/2010/main" val="22767622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DE38-439B-79DA-7E95-75A21B3D3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BDF81-CAC6-8E5D-6BBA-F74315BEAC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BA7A-6531-66B3-61B5-644FFF4E7321}"/>
              </a:ext>
            </a:extLst>
          </p:cNvPr>
          <p:cNvSpPr>
            <a:spLocks noGrp="1"/>
          </p:cNvSpPr>
          <p:nvPr>
            <p:ph type="body" idx="1"/>
          </p:nvPr>
        </p:nvSpPr>
        <p:spPr/>
        <p:txBody>
          <a:bodyPr/>
          <a:lstStyle/>
          <a:p>
            <a:r>
              <a:rPr lang="en-US" dirty="0"/>
              <a:t>In conclusion, Walmart's frontline AI transformation offers significant opportunities to improve operational efficiency, inventory management, workforce scheduling, and customer experience. However, our ERM analysis identified five critical risks that could threaten transformation success if not properly managed. Through heatmap analysis, KRIs, Monte Carlo simulation, and machine learning assessment, we determined that system integration, inventory forecasting, platform reliability, cybersecurity, and AI governance require the highest level of management attention. Based on our findings, we recommend that Walmart continue investing in AI transformation, but only through a phased implementation approach supported by strong governance, continuous monitoring, and effective risk controls. This approach allows Walmart to capture AI-driven value while maintaining risk within an acceptable range.</a:t>
            </a:r>
          </a:p>
        </p:txBody>
      </p:sp>
      <p:sp>
        <p:nvSpPr>
          <p:cNvPr id="4" name="Slide Number Placeholder 3">
            <a:extLst>
              <a:ext uri="{FF2B5EF4-FFF2-40B4-BE49-F238E27FC236}">
                <a16:creationId xmlns:a16="http://schemas.microsoft.com/office/drawing/2014/main" id="{ACAFD7CF-6C0A-485D-474D-2AC1340A218C}"/>
              </a:ext>
            </a:extLst>
          </p:cNvPr>
          <p:cNvSpPr>
            <a:spLocks noGrp="1"/>
          </p:cNvSpPr>
          <p:nvPr>
            <p:ph type="sldNum" sz="quarter" idx="5"/>
          </p:nvPr>
        </p:nvSpPr>
        <p:spPr/>
        <p:txBody>
          <a:bodyPr/>
          <a:lstStyle/>
          <a:p>
            <a:fld id="{BFDD6F49-EBB7-4CCF-97A8-E526BB28BB69}" type="slidenum">
              <a:rPr lang="en-US" smtClean="0"/>
              <a:t>22</a:t>
            </a:fld>
            <a:endParaRPr lang="en-US" dirty="0"/>
          </a:p>
        </p:txBody>
      </p:sp>
    </p:spTree>
    <p:extLst>
      <p:ext uri="{BB962C8B-B14F-4D97-AF65-F5344CB8AC3E}">
        <p14:creationId xmlns:p14="http://schemas.microsoft.com/office/powerpoint/2010/main" val="5488680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23</a:t>
            </a:fld>
            <a:endParaRPr lang="en-US" dirty="0"/>
          </a:p>
        </p:txBody>
      </p:sp>
    </p:spTree>
    <p:extLst>
      <p:ext uri="{BB962C8B-B14F-4D97-AF65-F5344CB8AC3E}">
        <p14:creationId xmlns:p14="http://schemas.microsoft.com/office/powerpoint/2010/main" val="1395602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1">
    <p:bg>
      <p:bgPr>
        <a:solidFill>
          <a:schemeClr val="accent2"/>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AD6FAED-931D-338C-E50C-0434E17D2070}"/>
              </a:ext>
            </a:extLst>
          </p:cNvPr>
          <p:cNvGrpSpPr/>
          <p:nvPr/>
        </p:nvGrpSpPr>
        <p:grpSpPr>
          <a:xfrm>
            <a:off x="452064" y="492893"/>
            <a:ext cx="11287872" cy="5876422"/>
            <a:chOff x="521208" y="647905"/>
            <a:chExt cx="11365969" cy="5565740"/>
          </a:xfrm>
        </p:grpSpPr>
        <p:sp>
          <p:nvSpPr>
            <p:cNvPr id="17" name="Shape 4">
              <a:extLst>
                <a:ext uri="{FF2B5EF4-FFF2-40B4-BE49-F238E27FC236}">
                  <a16:creationId xmlns:a16="http://schemas.microsoft.com/office/drawing/2014/main" id="{DCDA1A87-281E-F540-3953-07E4B8710512}"/>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8" name="Shape 3">
              <a:extLst>
                <a:ext uri="{FF2B5EF4-FFF2-40B4-BE49-F238E27FC236}">
                  <a16:creationId xmlns:a16="http://schemas.microsoft.com/office/drawing/2014/main" id="{F1382C23-9234-800E-14C4-49DD5B4A2DF1}"/>
                </a:ext>
              </a:extLst>
            </p:cNvPr>
            <p:cNvSpPr/>
            <p:nvPr/>
          </p:nvSpPr>
          <p:spPr>
            <a:xfrm>
              <a:off x="521208" y="647905"/>
              <a:ext cx="11158238"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grpSp>
        <p:nvGrpSpPr>
          <p:cNvPr id="4" name="Group 3">
            <a:extLst>
              <a:ext uri="{FF2B5EF4-FFF2-40B4-BE49-F238E27FC236}">
                <a16:creationId xmlns:a16="http://schemas.microsoft.com/office/drawing/2014/main" id="{5B67FC65-5AAF-6A23-5752-1C26B207DC72}"/>
              </a:ext>
            </a:extLst>
          </p:cNvPr>
          <p:cNvGrpSpPr/>
          <p:nvPr userDrawn="1"/>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043EAAF4-DE2D-970B-4D15-6D36EEAC1744}"/>
                </a:ext>
              </a:extLst>
            </p:cNvPr>
            <p:cNvSpPr/>
            <p:nvPr userDrawn="1"/>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496DF73D-E4E2-469F-D426-591823D792A6}"/>
                </a:ext>
              </a:extLst>
            </p:cNvPr>
            <p:cNvSpPr/>
            <p:nvPr userDrawn="1"/>
          </p:nvSpPr>
          <p:spPr>
            <a:xfrm>
              <a:off x="521208" y="647905"/>
              <a:ext cx="11158238"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768239" y="4473553"/>
            <a:ext cx="6655522" cy="1545336"/>
          </a:xfrm>
        </p:spPr>
        <p:txBody>
          <a:bodyPr anchor="t">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56505" y="733849"/>
            <a:ext cx="7478991" cy="3450590"/>
          </a:xfrm>
        </p:spPr>
        <p:txBody>
          <a:bodyPr anchor="b">
            <a:normAutofit/>
          </a:bodyPr>
          <a:lstStyle>
            <a:lvl1pPr algn="ctr">
              <a:defRPr sz="7000"/>
            </a:lvl1pPr>
          </a:lstStyle>
          <a:p>
            <a:r>
              <a:rPr lang="en-US"/>
              <a:t>Click to edit Master title style</a:t>
            </a:r>
            <a:endParaRPr lang="en-US" dirty="0"/>
          </a:p>
        </p:txBody>
      </p:sp>
    </p:spTree>
    <p:extLst>
      <p:ext uri="{BB962C8B-B14F-4D97-AF65-F5344CB8AC3E}">
        <p14:creationId xmlns:p14="http://schemas.microsoft.com/office/powerpoint/2010/main" val="5017226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B159500-64D3-D4CC-E529-A36DA1BB79E5}"/>
              </a:ext>
            </a:extLst>
          </p:cNvPr>
          <p:cNvGrpSpPr/>
          <p:nvPr/>
        </p:nvGrpSpPr>
        <p:grpSpPr>
          <a:xfrm>
            <a:off x="452064" y="492893"/>
            <a:ext cx="11287872" cy="5876422"/>
            <a:chOff x="521208" y="647905"/>
            <a:chExt cx="11365969" cy="5565740"/>
          </a:xfrm>
        </p:grpSpPr>
        <p:sp>
          <p:nvSpPr>
            <p:cNvPr id="10" name="Shape 4">
              <a:extLst>
                <a:ext uri="{FF2B5EF4-FFF2-40B4-BE49-F238E27FC236}">
                  <a16:creationId xmlns:a16="http://schemas.microsoft.com/office/drawing/2014/main" id="{C2CA3EF3-2209-F3CC-8F83-61B1213C4635}"/>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1" name="Shape 3">
              <a:extLst>
                <a:ext uri="{FF2B5EF4-FFF2-40B4-BE49-F238E27FC236}">
                  <a16:creationId xmlns:a16="http://schemas.microsoft.com/office/drawing/2014/main" id="{6CD38B97-8259-F349-B21C-25D0B8AF8A11}"/>
                </a:ext>
              </a:extLst>
            </p:cNvPr>
            <p:cNvSpPr/>
            <p:nvPr/>
          </p:nvSpPr>
          <p:spPr>
            <a:xfrm>
              <a:off x="521208" y="647905"/>
              <a:ext cx="11158238" cy="537098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grpSp>
        <p:nvGrpSpPr>
          <p:cNvPr id="4" name="Group 3">
            <a:extLst>
              <a:ext uri="{FF2B5EF4-FFF2-40B4-BE49-F238E27FC236}">
                <a16:creationId xmlns:a16="http://schemas.microsoft.com/office/drawing/2014/main" id="{5E55F6A4-0EE0-72F7-43D5-EB21317D9598}"/>
              </a:ext>
            </a:extLst>
          </p:cNvPr>
          <p:cNvGrpSpPr/>
          <p:nvPr userDrawn="1"/>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userDrawn="1"/>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userDrawn="1"/>
          </p:nvSpPr>
          <p:spPr>
            <a:xfrm>
              <a:off x="521208" y="647905"/>
              <a:ext cx="11158238" cy="537098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3357" y="4698102"/>
            <a:ext cx="7378979" cy="1014984"/>
          </a:xfrm>
        </p:spPr>
        <p:txBody>
          <a:bodyPr anchor="t">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74845" y="935203"/>
            <a:ext cx="10036005" cy="3592629"/>
          </a:xfrm>
        </p:spPr>
        <p:txBody>
          <a:bodyPr anchor="b">
            <a:normAutofit/>
          </a:bodyPr>
          <a:lstStyle>
            <a:lvl1pPr algn="ctr">
              <a:defRPr sz="7200"/>
            </a:lvl1pPr>
          </a:lstStyle>
          <a:p>
            <a:r>
              <a:rPr lang="en-US"/>
              <a:t>Click to edit Master title style</a:t>
            </a:r>
            <a:endParaRPr lang="en-US" dirty="0"/>
          </a:p>
        </p:txBody>
      </p:sp>
    </p:spTree>
    <p:extLst>
      <p:ext uri="{BB962C8B-B14F-4D97-AF65-F5344CB8AC3E}">
        <p14:creationId xmlns:p14="http://schemas.microsoft.com/office/powerpoint/2010/main" val="312190095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chemeClr val="accent2"/>
        </a:solidFill>
        <a:effectLst/>
      </p:bgPr>
    </p:bg>
    <p:spTree>
      <p:nvGrpSpPr>
        <p:cNvPr id="1" name=""/>
        <p:cNvGrpSpPr/>
        <p:nvPr/>
      </p:nvGrpSpPr>
      <p:grpSpPr>
        <a:xfrm>
          <a:off x="0" y="0"/>
          <a:ext cx="0" cy="0"/>
          <a:chOff x="0" y="0"/>
          <a:chExt cx="0" cy="0"/>
        </a:xfrm>
      </p:grpSpPr>
      <p:sp>
        <p:nvSpPr>
          <p:cNvPr id="9" name="Shape 4">
            <a:extLst>
              <a:ext uri="{FF2B5EF4-FFF2-40B4-BE49-F238E27FC236}">
                <a16:creationId xmlns:a16="http://schemas.microsoft.com/office/drawing/2014/main" id="{EAD17310-8B8C-D5F3-F190-D1707611D849}"/>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Shape 3">
            <a:extLst>
              <a:ext uri="{FF2B5EF4-FFF2-40B4-BE49-F238E27FC236}">
                <a16:creationId xmlns:a16="http://schemas.microsoft.com/office/drawing/2014/main" id="{E703B3D9-10A2-C901-A0D9-C2905B094578}"/>
              </a:ext>
            </a:extLst>
          </p:cNvPr>
          <p:cNvSpPr/>
          <p:nvPr/>
        </p:nvSpPr>
        <p:spPr>
          <a:xfrm>
            <a:off x="858371" y="800100"/>
            <a:ext cx="10221119" cy="49530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Shape 2">
            <a:extLst>
              <a:ext uri="{FF2B5EF4-FFF2-40B4-BE49-F238E27FC236}">
                <a16:creationId xmlns:a16="http://schemas.microsoft.com/office/drawing/2014/main" id="{965F8DDB-78C2-9A91-D69C-2BE7D0DC5F3C}"/>
              </a:ext>
            </a:extLst>
          </p:cNvPr>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1">
            <a:extLst>
              <a:ext uri="{FF2B5EF4-FFF2-40B4-BE49-F238E27FC236}">
                <a16:creationId xmlns:a16="http://schemas.microsoft.com/office/drawing/2014/main" id="{F2CE1086-051B-D73D-67CF-8E86D2965B5E}"/>
              </a:ext>
            </a:extLst>
          </p:cNvPr>
          <p:cNvSpPr/>
          <p:nvPr userDrawn="1"/>
        </p:nvSpPr>
        <p:spPr>
          <a:xfrm>
            <a:off x="858371" y="800100"/>
            <a:ext cx="10221119" cy="49530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anchor="b">
            <a:normAutofit/>
          </a:bodyPr>
          <a:lstStyle>
            <a:lvl1pPr algn="ctr">
              <a:defRPr sz="6000"/>
            </a:lvl1pPr>
          </a:lstStyle>
          <a:p>
            <a:r>
              <a:rPr lang="en-US"/>
              <a:t>Click to edit Master title style</a:t>
            </a:r>
            <a:endParaRPr lang="en-US" dirty="0"/>
          </a:p>
        </p:txBody>
      </p:sp>
    </p:spTree>
    <p:extLst>
      <p:ext uri="{BB962C8B-B14F-4D97-AF65-F5344CB8AC3E}">
        <p14:creationId xmlns:p14="http://schemas.microsoft.com/office/powerpoint/2010/main" val="36333442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hoto 1">
    <p:bg>
      <p:bgPr>
        <a:solidFill>
          <a:schemeClr val="accent4"/>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E16496D-C4E7-49FD-31CC-27F740066322}"/>
              </a:ext>
            </a:extLst>
          </p:cNvPr>
          <p:cNvSpPr>
            <a:spLocks noGrp="1"/>
          </p:cNvSpPr>
          <p:nvPr>
            <p:ph type="pic" sz="quarter" idx="14"/>
          </p:nvPr>
        </p:nvSpPr>
        <p:spPr>
          <a:xfrm>
            <a:off x="0" y="0"/>
            <a:ext cx="12192000" cy="499745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4174974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Photo 2">
    <p:bg>
      <p:bgPr>
        <a:solidFill>
          <a:schemeClr val="tx2"/>
        </a:soli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96F1B358-A957-7D07-7D08-C15DFB52D150}"/>
              </a:ext>
            </a:extLst>
          </p:cNvPr>
          <p:cNvGrpSpPr/>
          <p:nvPr/>
        </p:nvGrpSpPr>
        <p:grpSpPr>
          <a:xfrm>
            <a:off x="6941116" y="366348"/>
            <a:ext cx="4886768" cy="6125303"/>
            <a:chOff x="521210" y="647905"/>
            <a:chExt cx="11365967" cy="5565740"/>
          </a:xfrm>
        </p:grpSpPr>
        <p:sp>
          <p:nvSpPr>
            <p:cNvPr id="21" name="Shape 4">
              <a:extLst>
                <a:ext uri="{FF2B5EF4-FFF2-40B4-BE49-F238E27FC236}">
                  <a16:creationId xmlns:a16="http://schemas.microsoft.com/office/drawing/2014/main" id="{D4E49C48-6AD1-237B-9A6E-D39179EB5F89}"/>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2" name="Shape 3">
              <a:extLst>
                <a:ext uri="{FF2B5EF4-FFF2-40B4-BE49-F238E27FC236}">
                  <a16:creationId xmlns:a16="http://schemas.microsoft.com/office/drawing/2014/main" id="{57312016-E95E-97D1-C5B2-92517A9547C4}"/>
                </a:ext>
              </a:extLst>
            </p:cNvPr>
            <p:cNvSpPr/>
            <p:nvPr/>
          </p:nvSpPr>
          <p:spPr>
            <a:xfrm>
              <a:off x="521210" y="647905"/>
              <a:ext cx="10911523"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grpSp>
        <p:nvGrpSpPr>
          <p:cNvPr id="4" name="Group 3">
            <a:extLst>
              <a:ext uri="{FF2B5EF4-FFF2-40B4-BE49-F238E27FC236}">
                <a16:creationId xmlns:a16="http://schemas.microsoft.com/office/drawing/2014/main" id="{4D7E220B-260A-1899-9D05-BB8723A88261}"/>
              </a:ext>
            </a:extLst>
          </p:cNvPr>
          <p:cNvGrpSpPr/>
          <p:nvPr userDrawn="1"/>
        </p:nvGrpSpPr>
        <p:grpSpPr>
          <a:xfrm>
            <a:off x="6941116" y="366348"/>
            <a:ext cx="4886768" cy="6125303"/>
            <a:chOff x="521210" y="647905"/>
            <a:chExt cx="11365967" cy="5565740"/>
          </a:xfrm>
        </p:grpSpPr>
        <p:sp>
          <p:nvSpPr>
            <p:cNvPr id="5" name="Shape 2">
              <a:extLst>
                <a:ext uri="{FF2B5EF4-FFF2-40B4-BE49-F238E27FC236}">
                  <a16:creationId xmlns:a16="http://schemas.microsoft.com/office/drawing/2014/main" id="{91ECAE7C-A949-93C0-3EB3-0B16C6DAC3B2}"/>
                </a:ext>
              </a:extLst>
            </p:cNvPr>
            <p:cNvSpPr/>
            <p:nvPr userDrawn="1"/>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C0165170-3C5A-515F-1EA4-AA3CB178D565}"/>
                </a:ext>
              </a:extLst>
            </p:cNvPr>
            <p:cNvSpPr/>
            <p:nvPr userDrawn="1"/>
          </p:nvSpPr>
          <p:spPr>
            <a:xfrm>
              <a:off x="521210" y="647905"/>
              <a:ext cx="10911523"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19624" cy="1184585"/>
          </a:xfrm>
        </p:spPr>
        <p:txBody>
          <a:bodyPr anchor="t">
            <a:normAutofit/>
          </a:bodyPr>
          <a:lstStyle>
            <a:lvl1pPr marL="0" indent="0" algn="l">
              <a:buNone/>
              <a:defRPr sz="1800">
                <a:solidFill>
                  <a:sysClr val="windowText" lastClr="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219625" cy="3475236"/>
          </a:xfrm>
        </p:spPr>
        <p:txBody>
          <a:bodyPr anchor="b">
            <a:normAutofit/>
          </a:bodyPr>
          <a:lstStyle>
            <a:lvl1pPr algn="l">
              <a:defRPr sz="5400">
                <a:solidFill>
                  <a:sysClr val="windowText" lastClr="000000"/>
                </a:solidFill>
              </a:defRPr>
            </a:lvl1pPr>
          </a:lstStyle>
          <a:p>
            <a:r>
              <a:rPr lang="en-US"/>
              <a:t>Click to edit Master title style</a:t>
            </a:r>
            <a:endParaRPr lang="en-US" dirty="0"/>
          </a:p>
        </p:txBody>
      </p:sp>
    </p:spTree>
    <p:extLst>
      <p:ext uri="{BB962C8B-B14F-4D97-AF65-F5344CB8AC3E}">
        <p14:creationId xmlns:p14="http://schemas.microsoft.com/office/powerpoint/2010/main" val="5238040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hoto 3">
    <p:bg>
      <p:bgPr>
        <a:solidFill>
          <a:schemeClr val="tx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3DFC2B7-3FD6-65F4-7B37-B3EADEF6E95A}"/>
              </a:ext>
            </a:extLst>
          </p:cNvPr>
          <p:cNvGrpSpPr/>
          <p:nvPr/>
        </p:nvGrpSpPr>
        <p:grpSpPr>
          <a:xfrm>
            <a:off x="365760" y="366348"/>
            <a:ext cx="4886768" cy="6125303"/>
            <a:chOff x="521210" y="647905"/>
            <a:chExt cx="11365967" cy="5565740"/>
          </a:xfrm>
        </p:grpSpPr>
        <p:sp>
          <p:nvSpPr>
            <p:cNvPr id="5" name="Shape 4">
              <a:extLst>
                <a:ext uri="{FF2B5EF4-FFF2-40B4-BE49-F238E27FC236}">
                  <a16:creationId xmlns:a16="http://schemas.microsoft.com/office/drawing/2014/main" id="{8E7E76F0-876E-D9DA-9F7E-813DDD4969F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3">
              <a:extLst>
                <a:ext uri="{FF2B5EF4-FFF2-40B4-BE49-F238E27FC236}">
                  <a16:creationId xmlns:a16="http://schemas.microsoft.com/office/drawing/2014/main" id="{6A669F55-DC0D-FD13-B596-FA84AAC8B803}"/>
                </a:ext>
              </a:extLst>
            </p:cNvPr>
            <p:cNvSpPr/>
            <p:nvPr/>
          </p:nvSpPr>
          <p:spPr>
            <a:xfrm>
              <a:off x="521210" y="647905"/>
              <a:ext cx="10911523"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grpSp>
        <p:nvGrpSpPr>
          <p:cNvPr id="7" name="Group 6">
            <a:extLst>
              <a:ext uri="{FF2B5EF4-FFF2-40B4-BE49-F238E27FC236}">
                <a16:creationId xmlns:a16="http://schemas.microsoft.com/office/drawing/2014/main" id="{57F24906-AE7E-6354-BEF6-653E4278B8E2}"/>
              </a:ext>
            </a:extLst>
          </p:cNvPr>
          <p:cNvGrpSpPr/>
          <p:nvPr userDrawn="1"/>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userDrawn="1"/>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userDrawn="1"/>
          </p:nvSpPr>
          <p:spPr>
            <a:xfrm>
              <a:off x="521210" y="647905"/>
              <a:ext cx="10911523"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93539" y="4661253"/>
            <a:ext cx="4235821" cy="1380744"/>
          </a:xfrm>
        </p:spPr>
        <p:txBody>
          <a:bodyPr anchor="b">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93540" y="603504"/>
            <a:ext cx="4235821" cy="3739896"/>
          </a:xfrm>
        </p:spPr>
        <p:txBody>
          <a:bodyPr anchor="t">
            <a:normAutofit/>
          </a:bodyPr>
          <a:lstStyle>
            <a:lvl1pPr algn="l">
              <a:defRPr sz="5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9373456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itle Photo 2">
    <p:bg>
      <p:bgPr>
        <a:solidFill>
          <a:schemeClr val="accent4"/>
        </a:solidFill>
        <a:effectLst/>
      </p:bgPr>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01ACD100-D00B-FAE7-049E-0C8300DA8691}"/>
              </a:ext>
            </a:extLst>
          </p:cNvPr>
          <p:cNvSpPr/>
          <p:nvPr userDrawn="1"/>
        </p:nvSpPr>
        <p:spPr>
          <a:xfrm>
            <a:off x="712147"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70B3CA8F-62B5-2F0F-6A0B-1D169D1A2C0C}"/>
              </a:ext>
            </a:extLst>
          </p:cNvPr>
          <p:cNvSpPr/>
          <p:nvPr/>
        </p:nvSpPr>
        <p:spPr>
          <a:xfrm>
            <a:off x="712147"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Picture Placeholder 9">
            <a:extLst>
              <a:ext uri="{FF2B5EF4-FFF2-40B4-BE49-F238E27FC236}">
                <a16:creationId xmlns:a16="http://schemas.microsoft.com/office/drawing/2014/main" id="{FEB323EE-D6C6-19B8-D801-5AB677FF474E}"/>
              </a:ext>
            </a:extLst>
          </p:cNvPr>
          <p:cNvSpPr>
            <a:spLocks noGrp="1" noChangeAspect="1"/>
          </p:cNvSpPr>
          <p:nvPr>
            <p:ph type="pic" sz="quarter" idx="14"/>
          </p:nvPr>
        </p:nvSpPr>
        <p:spPr>
          <a:xfrm>
            <a:off x="611674" y="388874"/>
            <a:ext cx="5897880" cy="5897880"/>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a:lvl1pPr>
          </a:lstStyle>
          <a:p>
            <a:pPr marL="0" lvl="0" indent="0">
              <a:lnSpc>
                <a:spcPct val="150000"/>
              </a:lnSpc>
              <a:buFontTx/>
              <a:buNone/>
            </a:pPr>
            <a:r>
              <a:rPr lang="en-US" noProof="0"/>
              <a:t>Click icon to add picture</a:t>
            </a:r>
            <a:endParaRPr lang="en-US" noProof="0"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400"/>
            </a:lvl1pPr>
          </a:lstStyle>
          <a:p>
            <a:r>
              <a:rPr lang="en-US"/>
              <a:t>Click to edit Master title style</a:t>
            </a:r>
            <a:endParaRPr lang="en-US" dirty="0"/>
          </a:p>
        </p:txBody>
      </p:sp>
    </p:spTree>
    <p:extLst>
      <p:ext uri="{BB962C8B-B14F-4D97-AF65-F5344CB8AC3E}">
        <p14:creationId xmlns:p14="http://schemas.microsoft.com/office/powerpoint/2010/main" val="17133118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itle Photo 3">
    <p:bg>
      <p:bgPr>
        <a:solidFill>
          <a:schemeClr val="accent4"/>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D2CFAC40-94DE-9384-508D-E607D334EEC4}"/>
              </a:ext>
            </a:extLst>
          </p:cNvPr>
          <p:cNvSpPr/>
          <p:nvPr userDrawn="1"/>
        </p:nvSpPr>
        <p:spPr>
          <a:xfrm>
            <a:off x="5648341"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 name="Shape 1">
            <a:extLst>
              <a:ext uri="{FF2B5EF4-FFF2-40B4-BE49-F238E27FC236}">
                <a16:creationId xmlns:a16="http://schemas.microsoft.com/office/drawing/2014/main" id="{F2D97C88-8E9F-E89C-85B9-9D32547B7834}"/>
              </a:ext>
            </a:extLst>
          </p:cNvPr>
          <p:cNvSpPr/>
          <p:nvPr/>
        </p:nvSpPr>
        <p:spPr>
          <a:xfrm>
            <a:off x="5648341"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5" name="Picture Placeholder 9">
            <a:extLst>
              <a:ext uri="{FF2B5EF4-FFF2-40B4-BE49-F238E27FC236}">
                <a16:creationId xmlns:a16="http://schemas.microsoft.com/office/drawing/2014/main" id="{1F31A56C-894E-5B3B-E641-9ACE0EB9F518}"/>
              </a:ext>
            </a:extLst>
          </p:cNvPr>
          <p:cNvSpPr>
            <a:spLocks noGrp="1" noChangeAspect="1"/>
          </p:cNvSpPr>
          <p:nvPr>
            <p:ph type="pic" sz="quarter" idx="10"/>
          </p:nvPr>
        </p:nvSpPr>
        <p:spPr>
          <a:xfrm>
            <a:off x="5547868" y="388874"/>
            <a:ext cx="5897880" cy="5897880"/>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a:lvl1pPr>
          </a:lstStyle>
          <a:p>
            <a:pPr marL="0" lvl="0" indent="0">
              <a:lnSpc>
                <a:spcPct val="150000"/>
              </a:lnSpc>
              <a:buFontTx/>
              <a:buNone/>
            </a:pPr>
            <a:r>
              <a:rPr lang="en-US" noProof="0"/>
              <a:t>Click icon to add picture</a:t>
            </a:r>
            <a:endParaRPr lang="en-US" noProof="0"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anchor="b">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anchor="t">
            <a:normAutofit/>
          </a:bodyPr>
          <a:lstStyle>
            <a:lvl1pPr algn="l">
              <a:defRPr sz="5200"/>
            </a:lvl1pPr>
          </a:lstStyle>
          <a:p>
            <a:r>
              <a:rPr lang="en-US"/>
              <a:t>Click to edit Master title style</a:t>
            </a:r>
            <a:endParaRPr lang="en-US" dirty="0"/>
          </a:p>
        </p:txBody>
      </p:sp>
    </p:spTree>
    <p:extLst>
      <p:ext uri="{BB962C8B-B14F-4D97-AF65-F5344CB8AC3E}">
        <p14:creationId xmlns:p14="http://schemas.microsoft.com/office/powerpoint/2010/main" val="248309285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bg2"/>
        </a:solidFill>
        <a:effectLst/>
      </p:bgPr>
    </p:bg>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5384CD1B-BEBF-20C3-D9CC-202326B65D98}"/>
              </a:ext>
            </a:extLst>
          </p:cNvPr>
          <p:cNvSpPr/>
          <p:nvPr/>
        </p:nvSpPr>
        <p:spPr>
          <a:xfrm>
            <a:off x="10422769" y="413560"/>
            <a:ext cx="1872557" cy="3594560"/>
          </a:xfrm>
          <a:custGeom>
            <a:avLst/>
            <a:gdLst>
              <a:gd name="connsiteX0" fmla="*/ 1797280 w 1872557"/>
              <a:gd name="connsiteY0" fmla="*/ 0 h 3594560"/>
              <a:gd name="connsiteX1" fmla="*/ 1872557 w 1872557"/>
              <a:gd name="connsiteY1" fmla="*/ 3801 h 3594560"/>
              <a:gd name="connsiteX2" fmla="*/ 1872557 w 1872557"/>
              <a:gd name="connsiteY2" fmla="*/ 3590759 h 3594560"/>
              <a:gd name="connsiteX3" fmla="*/ 1797280 w 1872557"/>
              <a:gd name="connsiteY3" fmla="*/ 3594560 h 3594560"/>
              <a:gd name="connsiteX4" fmla="*/ 0 w 1872557"/>
              <a:gd name="connsiteY4" fmla="*/ 1797280 h 3594560"/>
              <a:gd name="connsiteX5" fmla="*/ 1797280 w 1872557"/>
              <a:gd name="connsiteY5" fmla="*/ 0 h 35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2557" h="3594560">
                <a:moveTo>
                  <a:pt x="1797280" y="0"/>
                </a:moveTo>
                <a:lnTo>
                  <a:pt x="1872557" y="3801"/>
                </a:lnTo>
                <a:lnTo>
                  <a:pt x="1872557" y="3590759"/>
                </a:lnTo>
                <a:lnTo>
                  <a:pt x="1797280" y="3594560"/>
                </a:lnTo>
                <a:cubicBezTo>
                  <a:pt x="804670" y="3594560"/>
                  <a:pt x="0" y="2789890"/>
                  <a:pt x="0" y="1797280"/>
                </a:cubicBezTo>
                <a:cubicBezTo>
                  <a:pt x="0" y="804670"/>
                  <a:pt x="804670" y="0"/>
                  <a:pt x="1797280" y="0"/>
                </a:cubicBezTo>
                <a:close/>
              </a:path>
            </a:pathLst>
          </a:cu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30" name="Freeform: Shape 29">
            <a:extLst>
              <a:ext uri="{FF2B5EF4-FFF2-40B4-BE49-F238E27FC236}">
                <a16:creationId xmlns:a16="http://schemas.microsoft.com/office/drawing/2014/main" id="{79F4C936-6311-527D-240B-267EA207AEC0}"/>
              </a:ext>
            </a:extLst>
          </p:cNvPr>
          <p:cNvSpPr/>
          <p:nvPr/>
        </p:nvSpPr>
        <p:spPr>
          <a:xfrm>
            <a:off x="10366671" y="307662"/>
            <a:ext cx="1928655" cy="3594560"/>
          </a:xfrm>
          <a:custGeom>
            <a:avLst/>
            <a:gdLst>
              <a:gd name="connsiteX0" fmla="*/ 1797280 w 1928655"/>
              <a:gd name="connsiteY0" fmla="*/ 0 h 3594560"/>
              <a:gd name="connsiteX1" fmla="*/ 1928655 w 1928655"/>
              <a:gd name="connsiteY1" fmla="*/ 6634 h 3594560"/>
              <a:gd name="connsiteX2" fmla="*/ 1928655 w 1928655"/>
              <a:gd name="connsiteY2" fmla="*/ 3587926 h 3594560"/>
              <a:gd name="connsiteX3" fmla="*/ 1797280 w 1928655"/>
              <a:gd name="connsiteY3" fmla="*/ 3594560 h 3594560"/>
              <a:gd name="connsiteX4" fmla="*/ 0 w 1928655"/>
              <a:gd name="connsiteY4" fmla="*/ 1797280 h 3594560"/>
              <a:gd name="connsiteX5" fmla="*/ 1797280 w 1928655"/>
              <a:gd name="connsiteY5" fmla="*/ 0 h 35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8655" h="3594560">
                <a:moveTo>
                  <a:pt x="1797280" y="0"/>
                </a:moveTo>
                <a:lnTo>
                  <a:pt x="1928655" y="6634"/>
                </a:lnTo>
                <a:lnTo>
                  <a:pt x="1928655" y="3587926"/>
                </a:lnTo>
                <a:lnTo>
                  <a:pt x="1797280" y="3594560"/>
                </a:lnTo>
                <a:cubicBezTo>
                  <a:pt x="804670" y="3594560"/>
                  <a:pt x="0" y="2789890"/>
                  <a:pt x="0" y="1797280"/>
                </a:cubicBezTo>
                <a:cubicBezTo>
                  <a:pt x="0" y="804670"/>
                  <a:pt x="804670" y="0"/>
                  <a:pt x="1797280" y="0"/>
                </a:cubicBezTo>
                <a:close/>
              </a:path>
            </a:pathLst>
          </a:cu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grpSp>
        <p:nvGrpSpPr>
          <p:cNvPr id="15" name="Group 14">
            <a:extLst>
              <a:ext uri="{FF2B5EF4-FFF2-40B4-BE49-F238E27FC236}">
                <a16:creationId xmlns:a16="http://schemas.microsoft.com/office/drawing/2014/main" id="{55367A97-AEB2-9AF7-5C5B-2A00F20E3FDA}"/>
              </a:ext>
            </a:extLst>
          </p:cNvPr>
          <p:cNvGrpSpPr/>
          <p:nvPr/>
        </p:nvGrpSpPr>
        <p:grpSpPr>
          <a:xfrm>
            <a:off x="8738339" y="3790309"/>
            <a:ext cx="2626859" cy="2662693"/>
            <a:chOff x="9335008" y="164592"/>
            <a:chExt cx="6042545" cy="6124973"/>
          </a:xfrm>
        </p:grpSpPr>
        <p:sp>
          <p:nvSpPr>
            <p:cNvPr id="16" name="Shape">
              <a:extLst>
                <a:ext uri="{FF2B5EF4-FFF2-40B4-BE49-F238E27FC236}">
                  <a16:creationId xmlns:a16="http://schemas.microsoft.com/office/drawing/2014/main" id="{9738CBA5-3ACC-F456-94CC-540E5A8BD3B8}"/>
                </a:ext>
              </a:extLst>
            </p:cNvPr>
            <p:cNvSpPr/>
            <p:nvPr/>
          </p:nvSpPr>
          <p:spPr>
            <a:xfrm>
              <a:off x="9427861" y="339873"/>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bg1"/>
                </a:solidFill>
                <a:latin typeface="Karla"/>
                <a:ea typeface="Karla"/>
                <a:cs typeface="Karla"/>
                <a:sym typeface="Karla"/>
              </a:endParaRPr>
            </a:p>
          </p:txBody>
        </p:sp>
        <p:sp>
          <p:nvSpPr>
            <p:cNvPr id="17" name="Shape">
              <a:extLst>
                <a:ext uri="{FF2B5EF4-FFF2-40B4-BE49-F238E27FC236}">
                  <a16:creationId xmlns:a16="http://schemas.microsoft.com/office/drawing/2014/main" id="{CF2AC27A-02F2-AF40-F05E-4475C1F66385}"/>
                </a:ext>
              </a:extLst>
            </p:cNvPr>
            <p:cNvSpPr/>
            <p:nvPr/>
          </p:nvSpPr>
          <p:spPr>
            <a:xfrm>
              <a:off x="9335008" y="164592"/>
              <a:ext cx="5949692" cy="5949692"/>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bg1"/>
                </a:solidFill>
                <a:latin typeface="Karla"/>
                <a:ea typeface="Karla"/>
                <a:cs typeface="Karla"/>
                <a:sym typeface="Karla"/>
              </a:endParaRPr>
            </a:p>
          </p:txBody>
        </p:sp>
      </p:grpSp>
      <p:sp>
        <p:nvSpPr>
          <p:cNvPr id="28" name="Freeform: Shape 27">
            <a:extLst>
              <a:ext uri="{FF2B5EF4-FFF2-40B4-BE49-F238E27FC236}">
                <a16:creationId xmlns:a16="http://schemas.microsoft.com/office/drawing/2014/main" id="{811A618F-D6C9-16E2-B1B3-9F4F294C370B}"/>
              </a:ext>
            </a:extLst>
          </p:cNvPr>
          <p:cNvSpPr/>
          <p:nvPr/>
        </p:nvSpPr>
        <p:spPr>
          <a:xfrm>
            <a:off x="8537781" y="-104170"/>
            <a:ext cx="1741442" cy="1347833"/>
          </a:xfrm>
          <a:custGeom>
            <a:avLst/>
            <a:gdLst>
              <a:gd name="connsiteX0" fmla="*/ 143432 w 1741442"/>
              <a:gd name="connsiteY0" fmla="*/ 0 h 1347833"/>
              <a:gd name="connsiteX1" fmla="*/ 1598010 w 1741442"/>
              <a:gd name="connsiteY1" fmla="*/ 0 h 1347833"/>
              <a:gd name="connsiteX2" fmla="*/ 1673016 w 1741442"/>
              <a:gd name="connsiteY2" fmla="*/ 138188 h 1347833"/>
              <a:gd name="connsiteX3" fmla="*/ 1741442 w 1741442"/>
              <a:gd name="connsiteY3" fmla="*/ 477112 h 1347833"/>
              <a:gd name="connsiteX4" fmla="*/ 870721 w 1741442"/>
              <a:gd name="connsiteY4" fmla="*/ 1347833 h 1347833"/>
              <a:gd name="connsiteX5" fmla="*/ 0 w 1741442"/>
              <a:gd name="connsiteY5" fmla="*/ 477112 h 1347833"/>
              <a:gd name="connsiteX6" fmla="*/ 68426 w 1741442"/>
              <a:gd name="connsiteY6" fmla="*/ 138188 h 1347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1442" h="1347833">
                <a:moveTo>
                  <a:pt x="143432" y="0"/>
                </a:moveTo>
                <a:lnTo>
                  <a:pt x="1598010" y="0"/>
                </a:lnTo>
                <a:lnTo>
                  <a:pt x="1673016" y="138188"/>
                </a:lnTo>
                <a:cubicBezTo>
                  <a:pt x="1717077" y="242360"/>
                  <a:pt x="1741442" y="356891"/>
                  <a:pt x="1741442" y="477112"/>
                </a:cubicBezTo>
                <a:cubicBezTo>
                  <a:pt x="1741442" y="957998"/>
                  <a:pt x="1351607" y="1347833"/>
                  <a:pt x="870721" y="1347833"/>
                </a:cubicBezTo>
                <a:cubicBezTo>
                  <a:pt x="389835" y="1347833"/>
                  <a:pt x="0" y="957998"/>
                  <a:pt x="0" y="477112"/>
                </a:cubicBezTo>
                <a:cubicBezTo>
                  <a:pt x="0" y="356891"/>
                  <a:pt x="24365" y="242360"/>
                  <a:pt x="68426" y="138188"/>
                </a:cubicBezTo>
                <a:close/>
              </a:path>
            </a:pathLst>
          </a:cu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6" name="Freeform: Shape 25">
            <a:extLst>
              <a:ext uri="{FF2B5EF4-FFF2-40B4-BE49-F238E27FC236}">
                <a16:creationId xmlns:a16="http://schemas.microsoft.com/office/drawing/2014/main" id="{EEFA0AD8-6D5E-B609-CA60-874355FC76F6}"/>
              </a:ext>
            </a:extLst>
          </p:cNvPr>
          <p:cNvSpPr/>
          <p:nvPr/>
        </p:nvSpPr>
        <p:spPr>
          <a:xfrm>
            <a:off x="8510603" y="-104170"/>
            <a:ext cx="1741442" cy="1296529"/>
          </a:xfrm>
          <a:custGeom>
            <a:avLst/>
            <a:gdLst>
              <a:gd name="connsiteX0" fmla="*/ 115585 w 1741442"/>
              <a:gd name="connsiteY0" fmla="*/ 0 h 1296529"/>
              <a:gd name="connsiteX1" fmla="*/ 1625857 w 1741442"/>
              <a:gd name="connsiteY1" fmla="*/ 0 h 1296529"/>
              <a:gd name="connsiteX2" fmla="*/ 1673016 w 1741442"/>
              <a:gd name="connsiteY2" fmla="*/ 86884 h 1296529"/>
              <a:gd name="connsiteX3" fmla="*/ 1741442 w 1741442"/>
              <a:gd name="connsiteY3" fmla="*/ 425808 h 1296529"/>
              <a:gd name="connsiteX4" fmla="*/ 870721 w 1741442"/>
              <a:gd name="connsiteY4" fmla="*/ 1296529 h 1296529"/>
              <a:gd name="connsiteX5" fmla="*/ 0 w 1741442"/>
              <a:gd name="connsiteY5" fmla="*/ 425808 h 1296529"/>
              <a:gd name="connsiteX6" fmla="*/ 68426 w 1741442"/>
              <a:gd name="connsiteY6" fmla="*/ 86884 h 1296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1442" h="1296529">
                <a:moveTo>
                  <a:pt x="115585" y="0"/>
                </a:moveTo>
                <a:lnTo>
                  <a:pt x="1625857" y="0"/>
                </a:lnTo>
                <a:lnTo>
                  <a:pt x="1673016" y="86884"/>
                </a:lnTo>
                <a:cubicBezTo>
                  <a:pt x="1717077" y="191056"/>
                  <a:pt x="1741442" y="305587"/>
                  <a:pt x="1741442" y="425808"/>
                </a:cubicBezTo>
                <a:cubicBezTo>
                  <a:pt x="1741442" y="906694"/>
                  <a:pt x="1351607" y="1296529"/>
                  <a:pt x="870721" y="1296529"/>
                </a:cubicBezTo>
                <a:cubicBezTo>
                  <a:pt x="389835" y="1296529"/>
                  <a:pt x="0" y="906694"/>
                  <a:pt x="0" y="425808"/>
                </a:cubicBezTo>
                <a:cubicBezTo>
                  <a:pt x="0" y="305587"/>
                  <a:pt x="24365" y="191056"/>
                  <a:pt x="68426" y="86884"/>
                </a:cubicBezTo>
                <a:close/>
              </a:path>
            </a:pathLst>
          </a:cu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8" name="Date Placeholder 3">
            <a:extLst>
              <a:ext uri="{FF2B5EF4-FFF2-40B4-BE49-F238E27FC236}">
                <a16:creationId xmlns:a16="http://schemas.microsoft.com/office/drawing/2014/main" id="{40D7B06C-E121-C22D-3A98-EC32A3661E43}"/>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9" name="Footer Placeholder 4">
            <a:extLst>
              <a:ext uri="{FF2B5EF4-FFF2-40B4-BE49-F238E27FC236}">
                <a16:creationId xmlns:a16="http://schemas.microsoft.com/office/drawing/2014/main" id="{841E953F-40BB-B988-C54B-D94562B13038}"/>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0" name="Slide Number Placeholder 5">
            <a:extLst>
              <a:ext uri="{FF2B5EF4-FFF2-40B4-BE49-F238E27FC236}">
                <a16:creationId xmlns:a16="http://schemas.microsoft.com/office/drawing/2014/main" id="{B6F5D0C4-4561-F889-5460-953A52C4FFBC}"/>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endParaRPr lang="en-US" dirty="0"/>
          </a:p>
        </p:txBody>
      </p:sp>
    </p:spTree>
    <p:extLst>
      <p:ext uri="{BB962C8B-B14F-4D97-AF65-F5344CB8AC3E}">
        <p14:creationId xmlns:p14="http://schemas.microsoft.com/office/powerpoint/2010/main" val="3263725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884D1378-B186-42E3-4E92-4535D69600DD}"/>
              </a:ext>
            </a:extLst>
          </p:cNvPr>
          <p:cNvSpPr/>
          <p:nvPr/>
        </p:nvSpPr>
        <p:spPr>
          <a:xfrm>
            <a:off x="10422769" y="413560"/>
            <a:ext cx="1872557" cy="3594560"/>
          </a:xfrm>
          <a:custGeom>
            <a:avLst/>
            <a:gdLst>
              <a:gd name="connsiteX0" fmla="*/ 1797280 w 1872557"/>
              <a:gd name="connsiteY0" fmla="*/ 0 h 3594560"/>
              <a:gd name="connsiteX1" fmla="*/ 1872557 w 1872557"/>
              <a:gd name="connsiteY1" fmla="*/ 3801 h 3594560"/>
              <a:gd name="connsiteX2" fmla="*/ 1872557 w 1872557"/>
              <a:gd name="connsiteY2" fmla="*/ 3590759 h 3594560"/>
              <a:gd name="connsiteX3" fmla="*/ 1797280 w 1872557"/>
              <a:gd name="connsiteY3" fmla="*/ 3594560 h 3594560"/>
              <a:gd name="connsiteX4" fmla="*/ 0 w 1872557"/>
              <a:gd name="connsiteY4" fmla="*/ 1797280 h 3594560"/>
              <a:gd name="connsiteX5" fmla="*/ 1797280 w 1872557"/>
              <a:gd name="connsiteY5" fmla="*/ 0 h 35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2557" h="3594560">
                <a:moveTo>
                  <a:pt x="1797280" y="0"/>
                </a:moveTo>
                <a:lnTo>
                  <a:pt x="1872557" y="3801"/>
                </a:lnTo>
                <a:lnTo>
                  <a:pt x="1872557" y="3590759"/>
                </a:lnTo>
                <a:lnTo>
                  <a:pt x="1797280" y="3594560"/>
                </a:lnTo>
                <a:cubicBezTo>
                  <a:pt x="804670" y="3594560"/>
                  <a:pt x="0" y="2789890"/>
                  <a:pt x="0" y="1797280"/>
                </a:cubicBezTo>
                <a:cubicBezTo>
                  <a:pt x="0" y="804670"/>
                  <a:pt x="804670" y="0"/>
                  <a:pt x="1797280" y="0"/>
                </a:cubicBezTo>
                <a:close/>
              </a:path>
            </a:pathLst>
          </a:cu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Freeform: Shape 10">
            <a:extLst>
              <a:ext uri="{FF2B5EF4-FFF2-40B4-BE49-F238E27FC236}">
                <a16:creationId xmlns:a16="http://schemas.microsoft.com/office/drawing/2014/main" id="{B1A7FCFE-6E16-1C2D-D2CA-A0DD2C83CAB8}"/>
              </a:ext>
            </a:extLst>
          </p:cNvPr>
          <p:cNvSpPr/>
          <p:nvPr/>
        </p:nvSpPr>
        <p:spPr>
          <a:xfrm>
            <a:off x="10366671" y="307662"/>
            <a:ext cx="1928655" cy="3594560"/>
          </a:xfrm>
          <a:custGeom>
            <a:avLst/>
            <a:gdLst>
              <a:gd name="connsiteX0" fmla="*/ 1797280 w 1928655"/>
              <a:gd name="connsiteY0" fmla="*/ 0 h 3594560"/>
              <a:gd name="connsiteX1" fmla="*/ 1928655 w 1928655"/>
              <a:gd name="connsiteY1" fmla="*/ 6634 h 3594560"/>
              <a:gd name="connsiteX2" fmla="*/ 1928655 w 1928655"/>
              <a:gd name="connsiteY2" fmla="*/ 3587926 h 3594560"/>
              <a:gd name="connsiteX3" fmla="*/ 1797280 w 1928655"/>
              <a:gd name="connsiteY3" fmla="*/ 3594560 h 3594560"/>
              <a:gd name="connsiteX4" fmla="*/ 0 w 1928655"/>
              <a:gd name="connsiteY4" fmla="*/ 1797280 h 3594560"/>
              <a:gd name="connsiteX5" fmla="*/ 1797280 w 1928655"/>
              <a:gd name="connsiteY5" fmla="*/ 0 h 35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8655" h="3594560">
                <a:moveTo>
                  <a:pt x="1797280" y="0"/>
                </a:moveTo>
                <a:lnTo>
                  <a:pt x="1928655" y="6634"/>
                </a:lnTo>
                <a:lnTo>
                  <a:pt x="1928655" y="3587926"/>
                </a:lnTo>
                <a:lnTo>
                  <a:pt x="1797280" y="3594560"/>
                </a:lnTo>
                <a:cubicBezTo>
                  <a:pt x="804670" y="3594560"/>
                  <a:pt x="0" y="2789890"/>
                  <a:pt x="0" y="1797280"/>
                </a:cubicBezTo>
                <a:cubicBezTo>
                  <a:pt x="0" y="804670"/>
                  <a:pt x="804670" y="0"/>
                  <a:pt x="1797280" y="0"/>
                </a:cubicBezTo>
                <a:close/>
              </a:path>
            </a:pathLst>
          </a:cu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grpSp>
        <p:nvGrpSpPr>
          <p:cNvPr id="6" name="Group 5">
            <a:extLst>
              <a:ext uri="{FF2B5EF4-FFF2-40B4-BE49-F238E27FC236}">
                <a16:creationId xmlns:a16="http://schemas.microsoft.com/office/drawing/2014/main" id="{7221AEEC-FE51-113A-42A2-CFA0C77AC6EF}"/>
              </a:ext>
            </a:extLst>
          </p:cNvPr>
          <p:cNvGrpSpPr/>
          <p:nvPr/>
        </p:nvGrpSpPr>
        <p:grpSpPr>
          <a:xfrm>
            <a:off x="8876520" y="3790309"/>
            <a:ext cx="2626859" cy="2662693"/>
            <a:chOff x="9335008" y="164592"/>
            <a:chExt cx="6042545" cy="6124973"/>
          </a:xfrm>
        </p:grpSpPr>
        <p:sp>
          <p:nvSpPr>
            <p:cNvPr id="8" name="Shape">
              <a:extLst>
                <a:ext uri="{FF2B5EF4-FFF2-40B4-BE49-F238E27FC236}">
                  <a16:creationId xmlns:a16="http://schemas.microsoft.com/office/drawing/2014/main" id="{394E3C3F-1816-18C0-8AF1-8F606BFDE353}"/>
                </a:ext>
              </a:extLst>
            </p:cNvPr>
            <p:cNvSpPr/>
            <p:nvPr/>
          </p:nvSpPr>
          <p:spPr>
            <a:xfrm>
              <a:off x="9427861" y="339873"/>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09A7CB0C-D02A-0482-2950-D29D23913B78}"/>
                </a:ext>
              </a:extLst>
            </p:cNvPr>
            <p:cNvSpPr/>
            <p:nvPr/>
          </p:nvSpPr>
          <p:spPr>
            <a:xfrm>
              <a:off x="9335008" y="164592"/>
              <a:ext cx="5949692" cy="5949692"/>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grpSp>
      <p:sp>
        <p:nvSpPr>
          <p:cNvPr id="30" name="Date Placeholder 3">
            <a:extLst>
              <a:ext uri="{FF2B5EF4-FFF2-40B4-BE49-F238E27FC236}">
                <a16:creationId xmlns:a16="http://schemas.microsoft.com/office/drawing/2014/main" id="{775E6E67-B705-438A-3157-9FAFB486AB35}"/>
              </a:ext>
            </a:extLst>
          </p:cNvPr>
          <p:cNvSpPr>
            <a:spLocks noGrp="1"/>
          </p:cNvSpPr>
          <p:nvPr>
            <p:ph type="dt" sz="half" idx="2"/>
          </p:nvPr>
        </p:nvSpPr>
        <p:spPr>
          <a:xfrm>
            <a:off x="612647" y="6453002"/>
            <a:ext cx="3494314" cy="365125"/>
          </a:xfrm>
          <a:prstGeom prst="rect">
            <a:avLst/>
          </a:prstGeom>
        </p:spPr>
        <p:txBody>
          <a:bodyPr/>
          <a:lstStyle>
            <a:lvl1pPr>
              <a:defRPr sz="1200">
                <a:solidFill>
                  <a:schemeClr val="tx1"/>
                </a:solidFill>
              </a:defRPr>
            </a:lvl1pPr>
          </a:lstStyle>
          <a:p>
            <a:endParaRPr lang="en-US" dirty="0"/>
          </a:p>
        </p:txBody>
      </p:sp>
      <p:sp>
        <p:nvSpPr>
          <p:cNvPr id="31" name="Footer Placeholder 4">
            <a:extLst>
              <a:ext uri="{FF2B5EF4-FFF2-40B4-BE49-F238E27FC236}">
                <a16:creationId xmlns:a16="http://schemas.microsoft.com/office/drawing/2014/main" id="{BD0F76B1-559F-8954-20E8-36B7DDEC3449}"/>
              </a:ext>
            </a:extLst>
          </p:cNvPr>
          <p:cNvSpPr>
            <a:spLocks noGrp="1"/>
          </p:cNvSpPr>
          <p:nvPr>
            <p:ph type="ftr" sz="quarter" idx="3"/>
          </p:nvPr>
        </p:nvSpPr>
        <p:spPr>
          <a:xfrm>
            <a:off x="8394504" y="6453002"/>
            <a:ext cx="2805405" cy="365125"/>
          </a:xfrm>
          <a:prstGeom prst="rect">
            <a:avLst/>
          </a:prstGeom>
        </p:spPr>
        <p:txBody>
          <a:bodyPr/>
          <a:lstStyle>
            <a:lvl1pPr>
              <a:defRPr sz="1200">
                <a:solidFill>
                  <a:schemeClr val="tx1"/>
                </a:solidFill>
              </a:defRPr>
            </a:lvl1pPr>
          </a:lstStyle>
          <a:p>
            <a:endParaRPr lang="en-US" dirty="0"/>
          </a:p>
        </p:txBody>
      </p:sp>
      <p:sp>
        <p:nvSpPr>
          <p:cNvPr id="32" name="Slide Number Placeholder 5">
            <a:extLst>
              <a:ext uri="{FF2B5EF4-FFF2-40B4-BE49-F238E27FC236}">
                <a16:creationId xmlns:a16="http://schemas.microsoft.com/office/drawing/2014/main" id="{FD894493-8572-6DB5-5FEB-3D8705FE62A0}"/>
              </a:ext>
            </a:extLst>
          </p:cNvPr>
          <p:cNvSpPr>
            <a:spLocks noGrp="1"/>
          </p:cNvSpPr>
          <p:nvPr>
            <p:ph type="sldNum" sz="quarter" idx="4"/>
          </p:nvPr>
        </p:nvSpPr>
        <p:spPr>
          <a:xfrm>
            <a:off x="11150145" y="6453002"/>
            <a:ext cx="429207" cy="365125"/>
          </a:xfrm>
          <a:prstGeom prst="rect">
            <a:avLst/>
          </a:prstGeom>
        </p:spPr>
        <p:txBody>
          <a:bodyPr/>
          <a:lstStyle>
            <a:lvl1pPr>
              <a:defRPr sz="1200">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125692" cy="3689909"/>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125692" cy="1554480"/>
          </a:xfrm>
        </p:spPr>
        <p:txBody>
          <a:bodyPr anchor="b">
            <a:normAutofit/>
          </a:bodyPr>
          <a:lstStyle>
            <a:lvl1pPr>
              <a:defRPr sz="44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790018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Content 1 (Max)">
    <p:bg>
      <p:bgPr>
        <a:solidFill>
          <a:schemeClr val="accent1"/>
        </a:solidFill>
        <a:effectLst/>
      </p:bgPr>
    </p:bg>
    <p:spTree>
      <p:nvGrpSpPr>
        <p:cNvPr id="1" name=""/>
        <p:cNvGrpSpPr/>
        <p:nvPr/>
      </p:nvGrpSpPr>
      <p:grpSpPr>
        <a:xfrm>
          <a:off x="0" y="0"/>
          <a:ext cx="0" cy="0"/>
          <a:chOff x="0" y="0"/>
          <a:chExt cx="0" cy="0"/>
        </a:xfrm>
      </p:grpSpPr>
      <p:sp>
        <p:nvSpPr>
          <p:cNvPr id="30" name="Date Placeholder 3">
            <a:extLst>
              <a:ext uri="{FF2B5EF4-FFF2-40B4-BE49-F238E27FC236}">
                <a16:creationId xmlns:a16="http://schemas.microsoft.com/office/drawing/2014/main" id="{29ED1FCF-34AE-55B5-7EA2-DCC3B58B4414}"/>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31" name="Footer Placeholder 4">
            <a:extLst>
              <a:ext uri="{FF2B5EF4-FFF2-40B4-BE49-F238E27FC236}">
                <a16:creationId xmlns:a16="http://schemas.microsoft.com/office/drawing/2014/main" id="{114D0EE2-5EA4-6FAC-3193-C269426CBCE9}"/>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32" name="Slide Number Placeholder 5">
            <a:extLst>
              <a:ext uri="{FF2B5EF4-FFF2-40B4-BE49-F238E27FC236}">
                <a16:creationId xmlns:a16="http://schemas.microsoft.com/office/drawing/2014/main" id="{FE12886A-E7A1-1207-B7DC-D3AC7E41929D}"/>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Tree>
    <p:extLst>
      <p:ext uri="{BB962C8B-B14F-4D97-AF65-F5344CB8AC3E}">
        <p14:creationId xmlns:p14="http://schemas.microsoft.com/office/powerpoint/2010/main" val="2235838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ontent Only (Max)">
    <p:bg>
      <p:bgPr>
        <a:solidFill>
          <a:schemeClr val="accent1"/>
        </a:solidFill>
        <a:effectLst/>
      </p:bgPr>
    </p:bg>
    <p:spTree>
      <p:nvGrpSpPr>
        <p:cNvPr id="1" name=""/>
        <p:cNvGrpSpPr/>
        <p:nvPr/>
      </p:nvGrpSpPr>
      <p:grpSpPr>
        <a:xfrm>
          <a:off x="0" y="0"/>
          <a:ext cx="0" cy="0"/>
          <a:chOff x="0" y="0"/>
          <a:chExt cx="0" cy="0"/>
        </a:xfrm>
      </p:grpSpPr>
      <p:sp>
        <p:nvSpPr>
          <p:cNvPr id="24" name="Date Placeholder 3">
            <a:extLst>
              <a:ext uri="{FF2B5EF4-FFF2-40B4-BE49-F238E27FC236}">
                <a16:creationId xmlns:a16="http://schemas.microsoft.com/office/drawing/2014/main" id="{7DDCF610-E7A8-B78E-E6A1-2F16A574A4D2}"/>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25" name="Footer Placeholder 4">
            <a:extLst>
              <a:ext uri="{FF2B5EF4-FFF2-40B4-BE49-F238E27FC236}">
                <a16:creationId xmlns:a16="http://schemas.microsoft.com/office/drawing/2014/main" id="{6D2CAE9F-804A-89E2-38FC-0C0A06744696}"/>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6" name="Slide Number Placeholder 5">
            <a:extLst>
              <a:ext uri="{FF2B5EF4-FFF2-40B4-BE49-F238E27FC236}">
                <a16:creationId xmlns:a16="http://schemas.microsoft.com/office/drawing/2014/main" id="{B797BD51-163B-4405-6E5E-5631C02C11CB}"/>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61238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defRPr sz="2400"/>
            </a:lvl1pPr>
          </a:lstStyle>
          <a:p>
            <a:r>
              <a:rPr lang="en-US"/>
              <a:t>Click to edit Master title style</a:t>
            </a:r>
          </a:p>
        </p:txBody>
      </p:sp>
    </p:spTree>
    <p:extLst>
      <p:ext uri="{BB962C8B-B14F-4D97-AF65-F5344CB8AC3E}">
        <p14:creationId xmlns:p14="http://schemas.microsoft.com/office/powerpoint/2010/main" val="12561526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1">
    <p:bg>
      <p:bgPr>
        <a:solidFill>
          <a:schemeClr val="accent1"/>
        </a:solidFill>
        <a:effectLst/>
      </p:bgPr>
    </p:bg>
    <p:spTree>
      <p:nvGrpSpPr>
        <p:cNvPr id="1" name=""/>
        <p:cNvGrpSpPr/>
        <p:nvPr/>
      </p:nvGrpSpPr>
      <p:grpSpPr>
        <a:xfrm>
          <a:off x="0" y="0"/>
          <a:ext cx="0" cy="0"/>
          <a:chOff x="0" y="0"/>
          <a:chExt cx="0" cy="0"/>
        </a:xfrm>
      </p:grpSpPr>
      <p:sp>
        <p:nvSpPr>
          <p:cNvPr id="31" name="Date Placeholder 3">
            <a:extLst>
              <a:ext uri="{FF2B5EF4-FFF2-40B4-BE49-F238E27FC236}">
                <a16:creationId xmlns:a16="http://schemas.microsoft.com/office/drawing/2014/main" id="{73ACA242-A16B-6DFD-762A-068D96E18367}"/>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32" name="Footer Placeholder 4">
            <a:extLst>
              <a:ext uri="{FF2B5EF4-FFF2-40B4-BE49-F238E27FC236}">
                <a16:creationId xmlns:a16="http://schemas.microsoft.com/office/drawing/2014/main" id="{35E03151-BE16-A5AE-E74B-E71D2EEA3D09}"/>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33" name="Slide Number Placeholder 5">
            <a:extLst>
              <a:ext uri="{FF2B5EF4-FFF2-40B4-BE49-F238E27FC236}">
                <a16:creationId xmlns:a16="http://schemas.microsoft.com/office/drawing/2014/main" id="{3096065C-6125-F83A-9705-9A6ABBF1F41D}"/>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249714"/>
            <a:ext cx="10966706" cy="40596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877456"/>
            <a:ext cx="10966705" cy="1132258"/>
          </a:xfrm>
        </p:spPr>
        <p:txBody>
          <a:bodyPr/>
          <a:lstStyle/>
          <a:p>
            <a:r>
              <a:rPr lang="en-US"/>
              <a:t>Click to edit Master title style</a:t>
            </a:r>
            <a:endParaRPr lang="en-US" dirty="0"/>
          </a:p>
        </p:txBody>
      </p:sp>
    </p:spTree>
    <p:extLst>
      <p:ext uri="{BB962C8B-B14F-4D97-AF65-F5344CB8AC3E}">
        <p14:creationId xmlns:p14="http://schemas.microsoft.com/office/powerpoint/2010/main" val="24718631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2">
    <p:bg>
      <p:bgPr>
        <a:solidFill>
          <a:schemeClr val="accent3"/>
        </a:solidFill>
        <a:effectLst/>
      </p:bgPr>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Shap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37" name="Shap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44" name="Date Placeholder 3">
            <a:extLst>
              <a:ext uri="{FF2B5EF4-FFF2-40B4-BE49-F238E27FC236}">
                <a16:creationId xmlns:a16="http://schemas.microsoft.com/office/drawing/2014/main" id="{80049690-5071-BD55-097B-94E1C622C696}"/>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45" name="Footer Placeholder 4">
            <a:extLst>
              <a:ext uri="{FF2B5EF4-FFF2-40B4-BE49-F238E27FC236}">
                <a16:creationId xmlns:a16="http://schemas.microsoft.com/office/drawing/2014/main" id="{BD4CD991-3BD0-96BF-8EFE-2704DC4AF585}"/>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46" name="Slide Number Placeholder 5">
            <a:extLst>
              <a:ext uri="{FF2B5EF4-FFF2-40B4-BE49-F238E27FC236}">
                <a16:creationId xmlns:a16="http://schemas.microsoft.com/office/drawing/2014/main" id="{2D7AB2FB-45CB-9650-D69B-C25425E33E8E}"/>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09675" y="2129873"/>
            <a:ext cx="4325112" cy="2454796"/>
          </a:xfrm>
        </p:spPr>
        <p:txBody>
          <a:bodyPr anchor="ctr">
            <a:normAutofit/>
          </a:bodyPr>
          <a:lstStyle>
            <a:lvl1pPr algn="ctr">
              <a:defRPr sz="4400"/>
            </a:lvl1pPr>
          </a:lstStyle>
          <a:p>
            <a:r>
              <a:rPr lang="en-US"/>
              <a:t>Click to edit Master title style</a:t>
            </a:r>
            <a:endParaRPr lang="en-US" dirty="0"/>
          </a:p>
        </p:txBody>
      </p:sp>
    </p:spTree>
    <p:extLst>
      <p:ext uri="{BB962C8B-B14F-4D97-AF65-F5344CB8AC3E}">
        <p14:creationId xmlns:p14="http://schemas.microsoft.com/office/powerpoint/2010/main" val="4458626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3">
    <p:bg>
      <p:bgPr>
        <a:solidFill>
          <a:schemeClr val="tx2"/>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C88823FA-BCE8-BE0F-3474-1FFC8DE4AC59}"/>
              </a:ext>
            </a:extLst>
          </p:cNvPr>
          <p:cNvGrpSpPr/>
          <p:nvPr/>
        </p:nvGrpSpPr>
        <p:grpSpPr>
          <a:xfrm>
            <a:off x="858371" y="971570"/>
            <a:ext cx="4956175" cy="4914861"/>
            <a:chOff x="521208" y="647905"/>
            <a:chExt cx="11365969" cy="5565740"/>
          </a:xfrm>
        </p:grpSpPr>
        <p:sp>
          <p:nvSpPr>
            <p:cNvPr id="28" name="Shape">
              <a:extLst>
                <a:ext uri="{FF2B5EF4-FFF2-40B4-BE49-F238E27FC236}">
                  <a16:creationId xmlns:a16="http://schemas.microsoft.com/office/drawing/2014/main" id="{8755C3D9-8DB9-D618-748B-B6E2A1EF8E9F}"/>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9" name="Shape">
              <a:extLst>
                <a:ext uri="{FF2B5EF4-FFF2-40B4-BE49-F238E27FC236}">
                  <a16:creationId xmlns:a16="http://schemas.microsoft.com/office/drawing/2014/main" id="{23865804-C82C-A447-A04C-ABF4010702B9}"/>
                </a:ext>
              </a:extLst>
            </p:cNvPr>
            <p:cNvSpPr/>
            <p:nvPr/>
          </p:nvSpPr>
          <p:spPr>
            <a:xfrm>
              <a:off x="521208" y="647905"/>
              <a:ext cx="11047664" cy="5370983"/>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33" name="Date Placeholder 3">
            <a:extLst>
              <a:ext uri="{FF2B5EF4-FFF2-40B4-BE49-F238E27FC236}">
                <a16:creationId xmlns:a16="http://schemas.microsoft.com/office/drawing/2014/main" id="{E2295D06-A657-EBA5-DDDB-4E4E49D2E296}"/>
              </a:ext>
            </a:extLst>
          </p:cNvPr>
          <p:cNvSpPr>
            <a:spLocks noGrp="1"/>
          </p:cNvSpPr>
          <p:nvPr>
            <p:ph type="dt" sz="half" idx="2"/>
          </p:nvPr>
        </p:nvSpPr>
        <p:spPr>
          <a:xfrm>
            <a:off x="612647" y="6453002"/>
            <a:ext cx="3494314" cy="365125"/>
          </a:xfrm>
          <a:prstGeom prst="rect">
            <a:avLst/>
          </a:prstGeom>
        </p:spPr>
        <p:txBody>
          <a:bodyPr/>
          <a:lstStyle>
            <a:lvl1pPr>
              <a:defRPr sz="1200">
                <a:solidFill>
                  <a:schemeClr val="bg1"/>
                </a:solidFill>
              </a:defRPr>
            </a:lvl1pPr>
          </a:lstStyle>
          <a:p>
            <a:endParaRPr lang="en-US" dirty="0"/>
          </a:p>
        </p:txBody>
      </p:sp>
      <p:sp>
        <p:nvSpPr>
          <p:cNvPr id="34" name="Footer Placeholder 4">
            <a:extLst>
              <a:ext uri="{FF2B5EF4-FFF2-40B4-BE49-F238E27FC236}">
                <a16:creationId xmlns:a16="http://schemas.microsoft.com/office/drawing/2014/main" id="{1CF9B0FB-ACF7-6D9F-99BE-4DD747344871}"/>
              </a:ext>
            </a:extLst>
          </p:cNvPr>
          <p:cNvSpPr>
            <a:spLocks noGrp="1"/>
          </p:cNvSpPr>
          <p:nvPr>
            <p:ph type="ftr" sz="quarter" idx="3"/>
          </p:nvPr>
        </p:nvSpPr>
        <p:spPr>
          <a:xfrm>
            <a:off x="8394504" y="6453002"/>
            <a:ext cx="2805405" cy="365125"/>
          </a:xfrm>
          <a:prstGeom prst="rect">
            <a:avLst/>
          </a:prstGeom>
        </p:spPr>
        <p:txBody>
          <a:bodyPr/>
          <a:lstStyle>
            <a:lvl1pPr>
              <a:defRPr sz="1200">
                <a:solidFill>
                  <a:schemeClr val="bg1"/>
                </a:solidFill>
              </a:defRPr>
            </a:lvl1pPr>
          </a:lstStyle>
          <a:p>
            <a:endParaRPr lang="en-US" dirty="0"/>
          </a:p>
        </p:txBody>
      </p:sp>
      <p:sp>
        <p:nvSpPr>
          <p:cNvPr id="35" name="Slide Number Placeholder 5">
            <a:extLst>
              <a:ext uri="{FF2B5EF4-FFF2-40B4-BE49-F238E27FC236}">
                <a16:creationId xmlns:a16="http://schemas.microsoft.com/office/drawing/2014/main" id="{22A91196-EB20-2426-81AB-1BD198D41E00}"/>
              </a:ext>
            </a:extLst>
          </p:cNvPr>
          <p:cNvSpPr>
            <a:spLocks noGrp="1"/>
          </p:cNvSpPr>
          <p:nvPr>
            <p:ph type="sldNum" sz="quarter" idx="4"/>
          </p:nvPr>
        </p:nvSpPr>
        <p:spPr>
          <a:xfrm>
            <a:off x="11150145" y="6453002"/>
            <a:ext cx="429207" cy="365125"/>
          </a:xfrm>
          <a:prstGeom prst="rect">
            <a:avLst/>
          </a:prstGeom>
        </p:spPr>
        <p:txBody>
          <a:bodyPr/>
          <a:lstStyle>
            <a:lvl1pPr>
              <a:defRPr sz="1200">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377454" y="1651000"/>
            <a:ext cx="4956175" cy="3556000"/>
          </a:xfrm>
        </p:spPr>
        <p:txBody>
          <a:bodyPr/>
          <a:lstStyle>
            <a:lvl1pPr marL="0" indent="0">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0535" y="1564502"/>
            <a:ext cx="3813048" cy="3557016"/>
          </a:xfrm>
        </p:spPr>
        <p:txBody>
          <a:bodyPr anchor="ctr">
            <a:normAutofit/>
          </a:bodyPr>
          <a:lstStyle>
            <a:lvl1pPr algn="ctr">
              <a:defRPr sz="3600"/>
            </a:lvl1pPr>
          </a:lstStyle>
          <a:p>
            <a:r>
              <a:rPr lang="en-US"/>
              <a:t>Click to edit Master title style</a:t>
            </a:r>
            <a:endParaRPr lang="en-US" dirty="0"/>
          </a:p>
        </p:txBody>
      </p:sp>
    </p:spTree>
    <p:extLst>
      <p:ext uri="{BB962C8B-B14F-4D97-AF65-F5344CB8AC3E}">
        <p14:creationId xmlns:p14="http://schemas.microsoft.com/office/powerpoint/2010/main" val="34331412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4">
    <p:bg>
      <p:bgPr>
        <a:solidFill>
          <a:schemeClr val="accent2"/>
        </a:solidFill>
        <a:effectLst/>
      </p:bgPr>
    </p:bg>
    <p:spTree>
      <p:nvGrpSpPr>
        <p:cNvPr id="1" name=""/>
        <p:cNvGrpSpPr/>
        <p:nvPr/>
      </p:nvGrpSpPr>
      <p:grpSpPr>
        <a:xfrm>
          <a:off x="0" y="0"/>
          <a:ext cx="0" cy="0"/>
          <a:chOff x="0" y="0"/>
          <a:chExt cx="0" cy="0"/>
        </a:xfrm>
      </p:grpSpPr>
      <p:sp>
        <p:nvSpPr>
          <p:cNvPr id="27" name="Date Placeholder 3">
            <a:extLst>
              <a:ext uri="{FF2B5EF4-FFF2-40B4-BE49-F238E27FC236}">
                <a16:creationId xmlns:a16="http://schemas.microsoft.com/office/drawing/2014/main" id="{420A3F8D-B31C-9E60-ECAD-B5124B5451CA}"/>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28" name="Footer Placeholder 4">
            <a:extLst>
              <a:ext uri="{FF2B5EF4-FFF2-40B4-BE49-F238E27FC236}">
                <a16:creationId xmlns:a16="http://schemas.microsoft.com/office/drawing/2014/main" id="{ED6AD99E-E3FA-BDB8-D0C0-F2BFE1932201}"/>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9" name="Slide Number Placeholder 5">
            <a:extLst>
              <a:ext uri="{FF2B5EF4-FFF2-40B4-BE49-F238E27FC236}">
                <a16:creationId xmlns:a16="http://schemas.microsoft.com/office/drawing/2014/main" id="{3FEE1A64-18F2-09A0-D35E-BEED4693B1BA}"/>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Tree>
    <p:extLst>
      <p:ext uri="{BB962C8B-B14F-4D97-AF65-F5344CB8AC3E}">
        <p14:creationId xmlns:p14="http://schemas.microsoft.com/office/powerpoint/2010/main" val="38760124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5">
    <p:bg>
      <p:bgPr>
        <a:solidFill>
          <a:schemeClr val="accent1"/>
        </a:solidFill>
        <a:effectLst/>
      </p:bgPr>
    </p:bg>
    <p:spTree>
      <p:nvGrpSpPr>
        <p:cNvPr id="1" name=""/>
        <p:cNvGrpSpPr/>
        <p:nvPr/>
      </p:nvGrpSpPr>
      <p:grpSpPr>
        <a:xfrm>
          <a:off x="0" y="0"/>
          <a:ext cx="0" cy="0"/>
          <a:chOff x="0" y="0"/>
          <a:chExt cx="0" cy="0"/>
        </a:xfrm>
      </p:grpSpPr>
      <p:sp>
        <p:nvSpPr>
          <p:cNvPr id="30" name="Date Placeholder 3">
            <a:extLst>
              <a:ext uri="{FF2B5EF4-FFF2-40B4-BE49-F238E27FC236}">
                <a16:creationId xmlns:a16="http://schemas.microsoft.com/office/drawing/2014/main" id="{9075E5A6-721F-FD47-6D1D-0064785551CB}"/>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31" name="Footer Placeholder 4">
            <a:extLst>
              <a:ext uri="{FF2B5EF4-FFF2-40B4-BE49-F238E27FC236}">
                <a16:creationId xmlns:a16="http://schemas.microsoft.com/office/drawing/2014/main" id="{B29386A1-724D-C280-A56A-85256C692BCA}"/>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32" name="Slide Number Placeholder 5">
            <a:extLst>
              <a:ext uri="{FF2B5EF4-FFF2-40B4-BE49-F238E27FC236}">
                <a16:creationId xmlns:a16="http://schemas.microsoft.com/office/drawing/2014/main" id="{C19B6AFA-2BE0-E78C-3044-99587D4FC339}"/>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Tree>
    <p:extLst>
      <p:ext uri="{BB962C8B-B14F-4D97-AF65-F5344CB8AC3E}">
        <p14:creationId xmlns:p14="http://schemas.microsoft.com/office/powerpoint/2010/main" val="25843695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6">
    <p:bg>
      <p:bgPr>
        <a:solidFill>
          <a:schemeClr val="accent2"/>
        </a:solidFill>
        <a:effectLst/>
      </p:bgPr>
    </p:bg>
    <p:spTree>
      <p:nvGrpSpPr>
        <p:cNvPr id="1" name=""/>
        <p:cNvGrpSpPr/>
        <p:nvPr/>
      </p:nvGrpSpPr>
      <p:grpSpPr>
        <a:xfrm>
          <a:off x="0" y="0"/>
          <a:ext cx="0" cy="0"/>
          <a:chOff x="0" y="0"/>
          <a:chExt cx="0" cy="0"/>
        </a:xfrm>
      </p:grpSpPr>
      <p:sp>
        <p:nvSpPr>
          <p:cNvPr id="36" name="Date Placeholder 3">
            <a:extLst>
              <a:ext uri="{FF2B5EF4-FFF2-40B4-BE49-F238E27FC236}">
                <a16:creationId xmlns:a16="http://schemas.microsoft.com/office/drawing/2014/main" id="{B06A14E2-F768-B607-037E-E827C5D71869}"/>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37" name="Footer Placeholder 4">
            <a:extLst>
              <a:ext uri="{FF2B5EF4-FFF2-40B4-BE49-F238E27FC236}">
                <a16:creationId xmlns:a16="http://schemas.microsoft.com/office/drawing/2014/main" id="{2C37B129-3F72-077A-A756-6F81FA3784CB}"/>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38" name="Slide Number Placeholder 5">
            <a:extLst>
              <a:ext uri="{FF2B5EF4-FFF2-40B4-BE49-F238E27FC236}">
                <a16:creationId xmlns:a16="http://schemas.microsoft.com/office/drawing/2014/main" id="{99D6C3D4-899F-09EA-43F7-C860867F9D28}"/>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13926659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1">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5" name="Footer Placeholder 4">
            <a:extLst>
              <a:ext uri="{FF2B5EF4-FFF2-40B4-BE49-F238E27FC236}">
                <a16:creationId xmlns:a16="http://schemas.microsoft.com/office/drawing/2014/main" id="{F58560E1-761E-32CC-83B8-F2F5E36FF286}"/>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6" name="Slide Number Placeholder 5">
            <a:extLst>
              <a:ext uri="{FF2B5EF4-FFF2-40B4-BE49-F238E27FC236}">
                <a16:creationId xmlns:a16="http://schemas.microsoft.com/office/drawing/2014/main" id="{E265D5C8-D1EB-E87C-B8D8-D7D29131F338}"/>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96197" y="1828800"/>
            <a:ext cx="6214356"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95689" y="548640"/>
            <a:ext cx="6236473" cy="1143000"/>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29205368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2">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3" name="Date Placeholder 3">
            <a:extLst>
              <a:ext uri="{FF2B5EF4-FFF2-40B4-BE49-F238E27FC236}">
                <a16:creationId xmlns:a16="http://schemas.microsoft.com/office/drawing/2014/main" id="{BC1263D1-A154-80CD-A655-69724CBC3C14}"/>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a:t>Click to edit Master title style</a:t>
            </a:r>
          </a:p>
        </p:txBody>
      </p:sp>
    </p:spTree>
    <p:extLst>
      <p:ext uri="{BB962C8B-B14F-4D97-AF65-F5344CB8AC3E}">
        <p14:creationId xmlns:p14="http://schemas.microsoft.com/office/powerpoint/2010/main" val="21371756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3">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5" name="Footer Placeholder 4">
            <a:extLst>
              <a:ext uri="{FF2B5EF4-FFF2-40B4-BE49-F238E27FC236}">
                <a16:creationId xmlns:a16="http://schemas.microsoft.com/office/drawing/2014/main" id="{A6EAE270-E34C-74DC-314D-266D5D7C63F9}"/>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6" name="Slide Number Placeholder 5">
            <a:extLst>
              <a:ext uri="{FF2B5EF4-FFF2-40B4-BE49-F238E27FC236}">
                <a16:creationId xmlns:a16="http://schemas.microsoft.com/office/drawing/2014/main" id="{327E827E-3B52-0E33-BF57-070DAB2F5E60}"/>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25672" y="1380744"/>
            <a:ext cx="6978064" cy="498348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25672" y="320040"/>
            <a:ext cx="6978064" cy="932688"/>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34973975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4">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3" name="Date Placeholder 3">
            <a:extLst>
              <a:ext uri="{FF2B5EF4-FFF2-40B4-BE49-F238E27FC236}">
                <a16:creationId xmlns:a16="http://schemas.microsoft.com/office/drawing/2014/main" id="{F74E7AD2-F618-F89F-2C40-2B1095ECD659}"/>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a:t>Click to edit Master title style</a:t>
            </a:r>
          </a:p>
        </p:txBody>
      </p:sp>
    </p:spTree>
    <p:extLst>
      <p:ext uri="{BB962C8B-B14F-4D97-AF65-F5344CB8AC3E}">
        <p14:creationId xmlns:p14="http://schemas.microsoft.com/office/powerpoint/2010/main" val="23243435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5">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4" name="Footer Placeholder 4">
            <a:extLst>
              <a:ext uri="{FF2B5EF4-FFF2-40B4-BE49-F238E27FC236}">
                <a16:creationId xmlns:a16="http://schemas.microsoft.com/office/drawing/2014/main" id="{FA246DD3-9410-01BB-0EDF-1915600A717B}"/>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5" name="Slide Number Placeholder 5">
            <a:extLst>
              <a:ext uri="{FF2B5EF4-FFF2-40B4-BE49-F238E27FC236}">
                <a16:creationId xmlns:a16="http://schemas.microsoft.com/office/drawing/2014/main" id="{78EAF76A-C7D0-184E-B4CF-DD2577EB68B0}"/>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Tree>
    <p:extLst>
      <p:ext uri="{BB962C8B-B14F-4D97-AF65-F5344CB8AC3E}">
        <p14:creationId xmlns:p14="http://schemas.microsoft.com/office/powerpoint/2010/main" val="19618794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6">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6" name="Date Placeholder 3">
            <a:extLst>
              <a:ext uri="{FF2B5EF4-FFF2-40B4-BE49-F238E27FC236}">
                <a16:creationId xmlns:a16="http://schemas.microsoft.com/office/drawing/2014/main" id="{19A63417-03B1-BF18-1CDD-DCAC77DF2E9E}"/>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a:t>Click to edit Master title style</a:t>
            </a:r>
          </a:p>
        </p:txBody>
      </p:sp>
    </p:spTree>
    <p:extLst>
      <p:ext uri="{BB962C8B-B14F-4D97-AF65-F5344CB8AC3E}">
        <p14:creationId xmlns:p14="http://schemas.microsoft.com/office/powerpoint/2010/main" val="1517667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7">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5" name="Footer Placeholder 4">
            <a:extLst>
              <a:ext uri="{FF2B5EF4-FFF2-40B4-BE49-F238E27FC236}">
                <a16:creationId xmlns:a16="http://schemas.microsoft.com/office/drawing/2014/main" id="{FD46BFA2-B61E-EDB1-C72F-8C8198CFBBE0}"/>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6" name="Slide Number Placeholder 5">
            <a:extLst>
              <a:ext uri="{FF2B5EF4-FFF2-40B4-BE49-F238E27FC236}">
                <a16:creationId xmlns:a16="http://schemas.microsoft.com/office/drawing/2014/main" id="{FA009734-4823-C1DA-7060-668F8E40E49E}"/>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a:t>Click to edit Master title style</a:t>
            </a:r>
          </a:p>
        </p:txBody>
      </p:sp>
    </p:spTree>
    <p:extLst>
      <p:ext uri="{BB962C8B-B14F-4D97-AF65-F5344CB8AC3E}">
        <p14:creationId xmlns:p14="http://schemas.microsoft.com/office/powerpoint/2010/main" val="63409090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8">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3" name="Date Placeholder 3">
            <a:extLst>
              <a:ext uri="{FF2B5EF4-FFF2-40B4-BE49-F238E27FC236}">
                <a16:creationId xmlns:a16="http://schemas.microsoft.com/office/drawing/2014/main" id="{9008EF7F-8BCA-052E-D2CB-106FA1EA3C7D}"/>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9677057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9">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4" name="Footer Placeholder 4">
            <a:extLst>
              <a:ext uri="{FF2B5EF4-FFF2-40B4-BE49-F238E27FC236}">
                <a16:creationId xmlns:a16="http://schemas.microsoft.com/office/drawing/2014/main" id="{CEF10E61-E592-2CB4-1F82-F4BAEA3676B7}"/>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5" name="Slide Number Placeholder 5">
            <a:extLst>
              <a:ext uri="{FF2B5EF4-FFF2-40B4-BE49-F238E27FC236}">
                <a16:creationId xmlns:a16="http://schemas.microsoft.com/office/drawing/2014/main" id="{8A095BDB-AE5C-E003-A7CD-BA7443F6DFA7}"/>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33300334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Content Photo 10">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3" name="Date Placeholder 3">
            <a:extLst>
              <a:ext uri="{FF2B5EF4-FFF2-40B4-BE49-F238E27FC236}">
                <a16:creationId xmlns:a16="http://schemas.microsoft.com/office/drawing/2014/main" id="{8910CE7B-5960-7013-636D-49FD41B6BCC0}"/>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4818457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1">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3" name="Date Placeholder 3">
            <a:extLst>
              <a:ext uri="{FF2B5EF4-FFF2-40B4-BE49-F238E27FC236}">
                <a16:creationId xmlns:a16="http://schemas.microsoft.com/office/drawing/2014/main" id="{6D3F58D5-5D81-8C1B-BE88-B4F861BB45C4}"/>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4" name="Footer Placeholder 4">
            <a:extLst>
              <a:ext uri="{FF2B5EF4-FFF2-40B4-BE49-F238E27FC236}">
                <a16:creationId xmlns:a16="http://schemas.microsoft.com/office/drawing/2014/main" id="{F270A83D-C14F-A6B8-ABDC-290FF3106379}"/>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5" name="Slide Number Placeholder 5">
            <a:extLst>
              <a:ext uri="{FF2B5EF4-FFF2-40B4-BE49-F238E27FC236}">
                <a16:creationId xmlns:a16="http://schemas.microsoft.com/office/drawing/2014/main" id="{C1085BD5-4C00-5A81-A60D-479D24293537}"/>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Tree>
    <p:extLst>
      <p:ext uri="{BB962C8B-B14F-4D97-AF65-F5344CB8AC3E}">
        <p14:creationId xmlns:p14="http://schemas.microsoft.com/office/powerpoint/2010/main" val="2145774301"/>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2">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5" name="Date Placeholder 3">
            <a:extLst>
              <a:ext uri="{FF2B5EF4-FFF2-40B4-BE49-F238E27FC236}">
                <a16:creationId xmlns:a16="http://schemas.microsoft.com/office/drawing/2014/main" id="{37255060-3706-ED3E-72EE-B06981BCE051}"/>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6" name="Footer Placeholder 4">
            <a:extLst>
              <a:ext uri="{FF2B5EF4-FFF2-40B4-BE49-F238E27FC236}">
                <a16:creationId xmlns:a16="http://schemas.microsoft.com/office/drawing/2014/main" id="{67916FD5-B769-56C8-85F9-70492D991EA3}"/>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7" name="Slide Number Placeholder 5">
            <a:extLst>
              <a:ext uri="{FF2B5EF4-FFF2-40B4-BE49-F238E27FC236}">
                <a16:creationId xmlns:a16="http://schemas.microsoft.com/office/drawing/2014/main" id="{ABC4D466-0BDE-5029-DAAE-AAE34A608004}"/>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vert="horz" lIns="91440" tIns="45720" rIns="91440" bIns="45720" rtlCol="0">
            <a:normAutofit/>
          </a:bodyPr>
          <a:lstStyle>
            <a:lvl1pPr>
              <a:defRPr lang="en-US" sz="1600"/>
            </a:lvl1pPr>
            <a:lvl2pPr>
              <a:defRPr lang="en-US" sz="1400"/>
            </a:lvl2pPr>
            <a:lvl3pPr>
              <a:defRPr lang="en-US" sz="1200"/>
            </a:lvl3pPr>
            <a:lvl4pPr>
              <a:defRPr lang="en-US" sz="1100"/>
            </a:lvl4pPr>
            <a:lvl5pPr>
              <a:defRPr lang="en-US" sz="1050"/>
            </a:lvl5pPr>
          </a:lstStyle>
          <a:p>
            <a:pPr marL="0" lvl="0" indent="0">
              <a:buNone/>
            </a:pPr>
            <a:r>
              <a:rPr lang="en-US"/>
              <a:t>Click to edit Master text styles</a:t>
            </a:r>
          </a:p>
          <a:p>
            <a:pPr marL="0" lvl="1" indent="0">
              <a:buNone/>
            </a:pPr>
            <a:r>
              <a:rPr lang="en-US"/>
              <a:t>Second level</a:t>
            </a:r>
          </a:p>
          <a:p>
            <a:pPr marL="0" lvl="2" indent="0">
              <a:buNone/>
            </a:pPr>
            <a:r>
              <a:rPr lang="en-US"/>
              <a:t>Third level</a:t>
            </a:r>
          </a:p>
          <a:p>
            <a:pPr marL="0" lvl="3" indent="0">
              <a:buNone/>
            </a:pPr>
            <a:r>
              <a:rPr lang="en-US"/>
              <a:t>Fourth level</a:t>
            </a:r>
          </a:p>
          <a:p>
            <a:pPr marL="0" lvl="4" indent="0">
              <a:buNone/>
            </a:pPr>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10824655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3">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3" name="Date Placeholder 3">
            <a:extLst>
              <a:ext uri="{FF2B5EF4-FFF2-40B4-BE49-F238E27FC236}">
                <a16:creationId xmlns:a16="http://schemas.microsoft.com/office/drawing/2014/main" id="{55D98176-F4DE-C922-8F4C-3023B1F42482}"/>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4" name="Footer Placeholder 4">
            <a:extLst>
              <a:ext uri="{FF2B5EF4-FFF2-40B4-BE49-F238E27FC236}">
                <a16:creationId xmlns:a16="http://schemas.microsoft.com/office/drawing/2014/main" id="{82ABBC49-F3BA-C751-16CD-1C457A98CF1A}"/>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5" name="Slide Number Placeholder 5">
            <a:extLst>
              <a:ext uri="{FF2B5EF4-FFF2-40B4-BE49-F238E27FC236}">
                <a16:creationId xmlns:a16="http://schemas.microsoft.com/office/drawing/2014/main" id="{DFB1C52A-EABA-4BA6-CA0C-982E23D0889B}"/>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55868"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3381907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4">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17371911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Photo 15">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1828800"/>
            <a:ext cx="6446520" cy="4425696"/>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3" name="Date Placeholder 3">
            <a:extLst>
              <a:ext uri="{FF2B5EF4-FFF2-40B4-BE49-F238E27FC236}">
                <a16:creationId xmlns:a16="http://schemas.microsoft.com/office/drawing/2014/main" id="{7EEB96C8-7F03-38E4-4664-59F2DA5727CE}"/>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4" name="Footer Placeholder 4">
            <a:extLst>
              <a:ext uri="{FF2B5EF4-FFF2-40B4-BE49-F238E27FC236}">
                <a16:creationId xmlns:a16="http://schemas.microsoft.com/office/drawing/2014/main" id="{6707565B-859D-D15D-1AC5-0AF3413AA0C6}"/>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5" name="Slide Number Placeholder 5">
            <a:extLst>
              <a:ext uri="{FF2B5EF4-FFF2-40B4-BE49-F238E27FC236}">
                <a16:creationId xmlns:a16="http://schemas.microsoft.com/office/drawing/2014/main" id="{FC4BB45A-89E4-90E3-D23C-CA862A158D8A}"/>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562088" y="1828800"/>
            <a:ext cx="402336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Tree>
    <p:extLst>
      <p:ext uri="{BB962C8B-B14F-4D97-AF65-F5344CB8AC3E}">
        <p14:creationId xmlns:p14="http://schemas.microsoft.com/office/powerpoint/2010/main" val="34991841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Photo 16">
    <p:bg>
      <p:bgPr>
        <a:solidFill>
          <a:schemeClr val="accent2"/>
        </a:solidFill>
        <a:effectLst/>
      </p:bgPr>
    </p:bg>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44E393A7-A86F-93C8-1753-D8EF833DE353}"/>
              </a:ext>
            </a:extLst>
          </p:cNvPr>
          <p:cNvSpPr/>
          <p:nvPr userDrawn="1"/>
        </p:nvSpPr>
        <p:spPr>
          <a:xfrm>
            <a:off x="719253" y="2479468"/>
            <a:ext cx="3851157" cy="3851157"/>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349C3C48-AC20-0078-E373-5290E9C2AC4F}"/>
              </a:ext>
            </a:extLst>
          </p:cNvPr>
          <p:cNvSpPr/>
          <p:nvPr/>
        </p:nvSpPr>
        <p:spPr>
          <a:xfrm>
            <a:off x="719253" y="2479468"/>
            <a:ext cx="3851157" cy="3851157"/>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Picture Placeholder 9">
            <a:extLst>
              <a:ext uri="{FF2B5EF4-FFF2-40B4-BE49-F238E27FC236}">
                <a16:creationId xmlns:a16="http://schemas.microsoft.com/office/drawing/2014/main" id="{94132971-65DC-DC47-89E3-296CBBAADCAD}"/>
              </a:ext>
            </a:extLst>
          </p:cNvPr>
          <p:cNvSpPr>
            <a:spLocks noGrp="1" noChangeAspect="1"/>
          </p:cNvSpPr>
          <p:nvPr>
            <p:ph type="pic" sz="quarter" idx="10" hasCustomPrompt="1"/>
          </p:nvPr>
        </p:nvSpPr>
        <p:spPr>
          <a:xfrm>
            <a:off x="612648" y="2290890"/>
            <a:ext cx="3817620" cy="3817620"/>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dirty="0"/>
            </a:lvl1pPr>
          </a:lstStyle>
          <a:p>
            <a:pPr marL="0" lvl="0" indent="0">
              <a:lnSpc>
                <a:spcPct val="150000"/>
              </a:lnSpc>
              <a:buFontTx/>
              <a:buNone/>
            </a:pPr>
            <a:r>
              <a:rPr lang="en-US" noProof="0" dirty="0"/>
              <a:t>Click icon to add picture                                    </a:t>
            </a:r>
          </a:p>
        </p:txBody>
      </p:sp>
      <p:sp>
        <p:nvSpPr>
          <p:cNvPr id="16" name="Date Placeholder 3">
            <a:extLst>
              <a:ext uri="{FF2B5EF4-FFF2-40B4-BE49-F238E27FC236}">
                <a16:creationId xmlns:a16="http://schemas.microsoft.com/office/drawing/2014/main" id="{0B3F21E5-2FDA-9D04-BD45-AC60954C2BF8}"/>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7" name="Footer Placeholder 4">
            <a:extLst>
              <a:ext uri="{FF2B5EF4-FFF2-40B4-BE49-F238E27FC236}">
                <a16:creationId xmlns:a16="http://schemas.microsoft.com/office/drawing/2014/main" id="{0B7BB866-907F-2B60-D51F-29FF9AAAFEF6}"/>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8" name="Slide Number Placeholder 5">
            <a:extLst>
              <a:ext uri="{FF2B5EF4-FFF2-40B4-BE49-F238E27FC236}">
                <a16:creationId xmlns:a16="http://schemas.microsoft.com/office/drawing/2014/main" id="{CE56813F-8698-E2D7-C5A8-92BFA166377E}"/>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Tree>
    <p:extLst>
      <p:ext uri="{BB962C8B-B14F-4D97-AF65-F5344CB8AC3E}">
        <p14:creationId xmlns:p14="http://schemas.microsoft.com/office/powerpoint/2010/main" val="20849747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Photo 17">
    <p:bg>
      <p:bgPr>
        <a:solidFill>
          <a:schemeClr val="accent1"/>
        </a:solidFill>
        <a:effectLst/>
      </p:bgPr>
    </p:bg>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4A554AB-0E36-E9A9-8863-3E43418AB077}"/>
              </a:ext>
            </a:extLst>
          </p:cNvPr>
          <p:cNvSpPr/>
          <p:nvPr userDrawn="1"/>
        </p:nvSpPr>
        <p:spPr>
          <a:xfrm>
            <a:off x="831994" y="2708045"/>
            <a:ext cx="3371528" cy="3371528"/>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9E4EAC90-E4E5-04A2-1118-EC2FBEB9EA9C}"/>
              </a:ext>
            </a:extLst>
          </p:cNvPr>
          <p:cNvSpPr/>
          <p:nvPr/>
        </p:nvSpPr>
        <p:spPr>
          <a:xfrm>
            <a:off x="831994" y="2708045"/>
            <a:ext cx="3371528" cy="3371528"/>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Picture Placeholder 9">
            <a:extLst>
              <a:ext uri="{FF2B5EF4-FFF2-40B4-BE49-F238E27FC236}">
                <a16:creationId xmlns:a16="http://schemas.microsoft.com/office/drawing/2014/main" id="{45302256-50E1-63D4-DF8F-E894A8CF602C}"/>
              </a:ext>
            </a:extLst>
          </p:cNvPr>
          <p:cNvSpPr>
            <a:spLocks noGrp="1" noChangeAspect="1"/>
          </p:cNvSpPr>
          <p:nvPr>
            <p:ph type="pic" sz="quarter" idx="10"/>
          </p:nvPr>
        </p:nvSpPr>
        <p:spPr>
          <a:xfrm>
            <a:off x="731521" y="2509157"/>
            <a:ext cx="3342168" cy="3342168"/>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a:lvl1pPr>
          </a:lstStyle>
          <a:p>
            <a:pPr marL="0" lvl="0" indent="0">
              <a:lnSpc>
                <a:spcPct val="150000"/>
              </a:lnSpc>
              <a:buFontTx/>
              <a:buNone/>
            </a:pPr>
            <a:r>
              <a:rPr lang="en-US" noProof="0"/>
              <a:t>Click icon to add picture</a:t>
            </a:r>
            <a:endParaRPr lang="en-US" noProof="0" dirty="0"/>
          </a:p>
        </p:txBody>
      </p:sp>
      <p:sp>
        <p:nvSpPr>
          <p:cNvPr id="15" name="Date Placeholder 3">
            <a:extLst>
              <a:ext uri="{FF2B5EF4-FFF2-40B4-BE49-F238E27FC236}">
                <a16:creationId xmlns:a16="http://schemas.microsoft.com/office/drawing/2014/main" id="{DAD413C4-D035-DD62-FD45-4405788FA19D}"/>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6" name="Footer Placeholder 4">
            <a:extLst>
              <a:ext uri="{FF2B5EF4-FFF2-40B4-BE49-F238E27FC236}">
                <a16:creationId xmlns:a16="http://schemas.microsoft.com/office/drawing/2014/main" id="{9BEDF69E-EA10-1E0F-F9E5-910C4A0B8246}"/>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7" name="Slide Number Placeholder 5">
            <a:extLst>
              <a:ext uri="{FF2B5EF4-FFF2-40B4-BE49-F238E27FC236}">
                <a16:creationId xmlns:a16="http://schemas.microsoft.com/office/drawing/2014/main" id="{DCB35B61-0AD3-6A51-E110-CE7FA57D4F8A}"/>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37240860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Big Number 1">
    <p:bg>
      <p:bgPr>
        <a:solidFill>
          <a:schemeClr val="accent2"/>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1B2BB27-593B-A70C-746E-96E4FCA30AFE}"/>
              </a:ext>
            </a:extLst>
          </p:cNvPr>
          <p:cNvGrpSpPr/>
          <p:nvPr/>
        </p:nvGrpSpPr>
        <p:grpSpPr>
          <a:xfrm>
            <a:off x="452064" y="432504"/>
            <a:ext cx="11287872" cy="4726236"/>
            <a:chOff x="521208" y="647905"/>
            <a:chExt cx="11365969" cy="5565740"/>
          </a:xfrm>
        </p:grpSpPr>
        <p:sp>
          <p:nvSpPr>
            <p:cNvPr id="16" name="Shape">
              <a:extLst>
                <a:ext uri="{FF2B5EF4-FFF2-40B4-BE49-F238E27FC236}">
                  <a16:creationId xmlns:a16="http://schemas.microsoft.com/office/drawing/2014/main" id="{D6BB408E-BAF2-FC5E-2437-A3A07CE32246}"/>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7" name="Shape">
              <a:extLst>
                <a:ext uri="{FF2B5EF4-FFF2-40B4-BE49-F238E27FC236}">
                  <a16:creationId xmlns:a16="http://schemas.microsoft.com/office/drawing/2014/main" id="{50ED3D8C-1A1A-675D-535E-A38D8522E40E}"/>
                </a:ext>
              </a:extLst>
            </p:cNvPr>
            <p:cNvSpPr/>
            <p:nvPr/>
          </p:nvSpPr>
          <p:spPr>
            <a:xfrm>
              <a:off x="521208" y="647905"/>
              <a:ext cx="11158238"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2" name="Date Placeholder 3">
            <a:extLst>
              <a:ext uri="{FF2B5EF4-FFF2-40B4-BE49-F238E27FC236}">
                <a16:creationId xmlns:a16="http://schemas.microsoft.com/office/drawing/2014/main" id="{22A66431-0131-0F5F-979C-9731039E7009}"/>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23" name="Footer Placeholder 4">
            <a:extLst>
              <a:ext uri="{FF2B5EF4-FFF2-40B4-BE49-F238E27FC236}">
                <a16:creationId xmlns:a16="http://schemas.microsoft.com/office/drawing/2014/main" id="{00B915C9-DB12-0F97-B23A-E36FDC59AD74}"/>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4" name="Slide Number Placeholder 5">
            <a:extLst>
              <a:ext uri="{FF2B5EF4-FFF2-40B4-BE49-F238E27FC236}">
                <a16:creationId xmlns:a16="http://schemas.microsoft.com/office/drawing/2014/main" id="{2CAB59AD-2A8C-2C75-0DA6-82ACDFC40A80}"/>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846197" y="5416242"/>
            <a:ext cx="6499606" cy="1036760"/>
          </a:xfrm>
        </p:spPr>
        <p:txBody>
          <a:bodyPr anchor="ctr">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94944" y="655532"/>
            <a:ext cx="10583560" cy="4114800"/>
          </a:xfrm>
        </p:spPr>
        <p:txBody>
          <a:bodyPr tIns="182880" bIns="0" anchor="ctr">
            <a:normAutofit/>
          </a:bodyPr>
          <a:lstStyle>
            <a:lvl1pPr algn="ctr">
              <a:defRPr sz="23200">
                <a:solidFill>
                  <a:schemeClr val="tx1"/>
                </a:solidFill>
              </a:defRPr>
            </a:lvl1pPr>
          </a:lstStyle>
          <a:p>
            <a:r>
              <a:rPr lang="en-US" dirty="0"/>
              <a:t>##%</a:t>
            </a:r>
          </a:p>
        </p:txBody>
      </p:sp>
    </p:spTree>
    <p:extLst>
      <p:ext uri="{BB962C8B-B14F-4D97-AF65-F5344CB8AC3E}">
        <p14:creationId xmlns:p14="http://schemas.microsoft.com/office/powerpoint/2010/main" val="41093845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1_Big Number 1">
    <p:bg>
      <p:bgPr>
        <a:solidFill>
          <a:schemeClr val="accent3"/>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1B2BB27-593B-A70C-746E-96E4FCA30AFE}"/>
              </a:ext>
            </a:extLst>
          </p:cNvPr>
          <p:cNvGrpSpPr/>
          <p:nvPr/>
        </p:nvGrpSpPr>
        <p:grpSpPr>
          <a:xfrm>
            <a:off x="452064" y="1726766"/>
            <a:ext cx="11287872" cy="4726236"/>
            <a:chOff x="521208" y="647905"/>
            <a:chExt cx="11365969" cy="5565740"/>
          </a:xfrm>
        </p:grpSpPr>
        <p:sp>
          <p:nvSpPr>
            <p:cNvPr id="16" name="Shape">
              <a:extLst>
                <a:ext uri="{FF2B5EF4-FFF2-40B4-BE49-F238E27FC236}">
                  <a16:creationId xmlns:a16="http://schemas.microsoft.com/office/drawing/2014/main" id="{D6BB408E-BAF2-FC5E-2437-A3A07CE32246}"/>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7" name="Shape">
              <a:extLst>
                <a:ext uri="{FF2B5EF4-FFF2-40B4-BE49-F238E27FC236}">
                  <a16:creationId xmlns:a16="http://schemas.microsoft.com/office/drawing/2014/main" id="{50ED3D8C-1A1A-675D-535E-A38D8522E40E}"/>
                </a:ext>
              </a:extLst>
            </p:cNvPr>
            <p:cNvSpPr/>
            <p:nvPr/>
          </p:nvSpPr>
          <p:spPr>
            <a:xfrm>
              <a:off x="521208" y="647905"/>
              <a:ext cx="11158238" cy="537098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4" name="Date Placeholder 3">
            <a:extLst>
              <a:ext uri="{FF2B5EF4-FFF2-40B4-BE49-F238E27FC236}">
                <a16:creationId xmlns:a16="http://schemas.microsoft.com/office/drawing/2014/main" id="{F067C9E2-F7EA-DD57-F153-DC5F049B05EC}"/>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5" name="Footer Placeholder 4">
            <a:extLst>
              <a:ext uri="{FF2B5EF4-FFF2-40B4-BE49-F238E27FC236}">
                <a16:creationId xmlns:a16="http://schemas.microsoft.com/office/drawing/2014/main" id="{C6C186D5-A44A-55E5-9D8F-E0D1A439218D}"/>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6" name="Slide Number Placeholder 5">
            <a:extLst>
              <a:ext uri="{FF2B5EF4-FFF2-40B4-BE49-F238E27FC236}">
                <a16:creationId xmlns:a16="http://schemas.microsoft.com/office/drawing/2014/main" id="{561804B9-1E9E-00E8-EABC-8027DFF3EAED}"/>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846197" y="404998"/>
            <a:ext cx="6499606" cy="1036760"/>
          </a:xfrm>
        </p:spPr>
        <p:txBody>
          <a:bodyPr anchor="ctr">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94944" y="1949794"/>
            <a:ext cx="10583560" cy="4114800"/>
          </a:xfrm>
        </p:spPr>
        <p:txBody>
          <a:bodyPr tIns="182880" bIns="0" anchor="ctr">
            <a:normAutofit/>
          </a:bodyPr>
          <a:lstStyle>
            <a:lvl1pPr algn="ctr">
              <a:defRPr sz="23200">
                <a:solidFill>
                  <a:schemeClr val="tx1"/>
                </a:solidFill>
              </a:defRPr>
            </a:lvl1pPr>
          </a:lstStyle>
          <a:p>
            <a:r>
              <a:rPr lang="en-US" dirty="0"/>
              <a:t>##%</a:t>
            </a:r>
          </a:p>
        </p:txBody>
      </p:sp>
    </p:spTree>
    <p:extLst>
      <p:ext uri="{BB962C8B-B14F-4D97-AF65-F5344CB8AC3E}">
        <p14:creationId xmlns:p14="http://schemas.microsoft.com/office/powerpoint/2010/main" val="30941917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Big Number 3">
    <p:bg>
      <p:bgPr>
        <a:solidFill>
          <a:schemeClr val="tx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4" name="Date Placeholder 3">
            <a:extLst>
              <a:ext uri="{FF2B5EF4-FFF2-40B4-BE49-F238E27FC236}">
                <a16:creationId xmlns:a16="http://schemas.microsoft.com/office/drawing/2014/main" id="{9196C478-3E07-E17E-6682-073C905064D0}"/>
              </a:ext>
            </a:extLst>
          </p:cNvPr>
          <p:cNvSpPr>
            <a:spLocks noGrp="1"/>
          </p:cNvSpPr>
          <p:nvPr>
            <p:ph type="dt" sz="half" idx="2"/>
          </p:nvPr>
        </p:nvSpPr>
        <p:spPr>
          <a:xfrm>
            <a:off x="612647" y="6453002"/>
            <a:ext cx="3494314" cy="365125"/>
          </a:xfrm>
          <a:prstGeom prst="rect">
            <a:avLst/>
          </a:prstGeom>
        </p:spPr>
        <p:txBody>
          <a:bodyPr/>
          <a:lstStyle>
            <a:lvl1pPr>
              <a:defRPr sz="1200">
                <a:solidFill>
                  <a:schemeClr val="bg1"/>
                </a:solidFill>
              </a:defRPr>
            </a:lvl1pPr>
          </a:lstStyle>
          <a:p>
            <a:endParaRPr lang="en-US" dirty="0"/>
          </a:p>
        </p:txBody>
      </p:sp>
      <p:sp>
        <p:nvSpPr>
          <p:cNvPr id="5" name="Footer Placeholder 4">
            <a:extLst>
              <a:ext uri="{FF2B5EF4-FFF2-40B4-BE49-F238E27FC236}">
                <a16:creationId xmlns:a16="http://schemas.microsoft.com/office/drawing/2014/main" id="{C733079C-2CBD-BF26-F5E1-B889FFAFFE9C}"/>
              </a:ext>
            </a:extLst>
          </p:cNvPr>
          <p:cNvSpPr>
            <a:spLocks noGrp="1"/>
          </p:cNvSpPr>
          <p:nvPr>
            <p:ph type="ftr" sz="quarter" idx="3"/>
          </p:nvPr>
        </p:nvSpPr>
        <p:spPr>
          <a:xfrm>
            <a:off x="8394504" y="6453002"/>
            <a:ext cx="2805405" cy="365125"/>
          </a:xfrm>
          <a:prstGeom prst="rect">
            <a:avLst/>
          </a:prstGeom>
        </p:spPr>
        <p:txBody>
          <a:bodyPr/>
          <a:lstStyle>
            <a:lvl1pPr>
              <a:defRPr sz="1200">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B623B30F-648B-1E4D-A274-7D367D1D86F3}"/>
              </a:ext>
            </a:extLst>
          </p:cNvPr>
          <p:cNvSpPr>
            <a:spLocks noGrp="1"/>
          </p:cNvSpPr>
          <p:nvPr>
            <p:ph type="sldNum" sz="quarter" idx="4"/>
          </p:nvPr>
        </p:nvSpPr>
        <p:spPr>
          <a:xfrm>
            <a:off x="11150145" y="6453002"/>
            <a:ext cx="429207" cy="365125"/>
          </a:xfrm>
          <a:prstGeom prst="rect">
            <a:avLst/>
          </a:prstGeom>
        </p:spPr>
        <p:txBody>
          <a:bodyPr/>
          <a:lstStyle>
            <a:lvl1pPr>
              <a:defRPr sz="1200">
                <a:solidFill>
                  <a:schemeClr val="bg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06646" y="4809744"/>
            <a:ext cx="8385556" cy="1102530"/>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708096" y="731564"/>
            <a:ext cx="10582656" cy="4078179"/>
          </a:xfrm>
        </p:spPr>
        <p:txBody>
          <a:bodyPr anchor="b">
            <a:normAutofit/>
          </a:bodyPr>
          <a:lstStyle>
            <a:lvl1pPr algn="ctr">
              <a:defRPr sz="23200">
                <a:solidFill>
                  <a:schemeClr val="tx1"/>
                </a:solidFill>
              </a:defRPr>
            </a:lvl1pPr>
          </a:lstStyle>
          <a:p>
            <a:r>
              <a:rPr lang="en-US" dirty="0"/>
              <a:t>##%</a:t>
            </a:r>
          </a:p>
        </p:txBody>
      </p:sp>
    </p:spTree>
    <p:extLst>
      <p:ext uri="{BB962C8B-B14F-4D97-AF65-F5344CB8AC3E}">
        <p14:creationId xmlns:p14="http://schemas.microsoft.com/office/powerpoint/2010/main" val="15429108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6D498913-539D-0D89-503E-90DDCCEF561F}"/>
              </a:ext>
            </a:extLst>
          </p:cNvPr>
          <p:cNvSpPr/>
          <p:nvPr/>
        </p:nvSpPr>
        <p:spPr>
          <a:xfrm>
            <a:off x="10422769" y="413560"/>
            <a:ext cx="1872557" cy="3594560"/>
          </a:xfrm>
          <a:custGeom>
            <a:avLst/>
            <a:gdLst>
              <a:gd name="connsiteX0" fmla="*/ 1797280 w 1872557"/>
              <a:gd name="connsiteY0" fmla="*/ 0 h 3594560"/>
              <a:gd name="connsiteX1" fmla="*/ 1872557 w 1872557"/>
              <a:gd name="connsiteY1" fmla="*/ 3801 h 3594560"/>
              <a:gd name="connsiteX2" fmla="*/ 1872557 w 1872557"/>
              <a:gd name="connsiteY2" fmla="*/ 3590759 h 3594560"/>
              <a:gd name="connsiteX3" fmla="*/ 1797280 w 1872557"/>
              <a:gd name="connsiteY3" fmla="*/ 3594560 h 3594560"/>
              <a:gd name="connsiteX4" fmla="*/ 0 w 1872557"/>
              <a:gd name="connsiteY4" fmla="*/ 1797280 h 3594560"/>
              <a:gd name="connsiteX5" fmla="*/ 1797280 w 1872557"/>
              <a:gd name="connsiteY5" fmla="*/ 0 h 35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2557" h="3594560">
                <a:moveTo>
                  <a:pt x="1797280" y="0"/>
                </a:moveTo>
                <a:lnTo>
                  <a:pt x="1872557" y="3801"/>
                </a:lnTo>
                <a:lnTo>
                  <a:pt x="1872557" y="3590759"/>
                </a:lnTo>
                <a:lnTo>
                  <a:pt x="1797280" y="3594560"/>
                </a:lnTo>
                <a:cubicBezTo>
                  <a:pt x="804670" y="3594560"/>
                  <a:pt x="0" y="2789890"/>
                  <a:pt x="0" y="1797280"/>
                </a:cubicBezTo>
                <a:cubicBezTo>
                  <a:pt x="0" y="804670"/>
                  <a:pt x="804670" y="0"/>
                  <a:pt x="1797280" y="0"/>
                </a:cubicBezTo>
                <a:close/>
              </a:path>
            </a:pathLst>
          </a:cu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 name="Freeform: Shape 3">
            <a:extLst>
              <a:ext uri="{FF2B5EF4-FFF2-40B4-BE49-F238E27FC236}">
                <a16:creationId xmlns:a16="http://schemas.microsoft.com/office/drawing/2014/main" id="{E7C620C5-640A-1514-0849-8EF444C2AF03}"/>
              </a:ext>
            </a:extLst>
          </p:cNvPr>
          <p:cNvSpPr/>
          <p:nvPr/>
        </p:nvSpPr>
        <p:spPr>
          <a:xfrm>
            <a:off x="10366671" y="307662"/>
            <a:ext cx="1928655" cy="3594560"/>
          </a:xfrm>
          <a:custGeom>
            <a:avLst/>
            <a:gdLst>
              <a:gd name="connsiteX0" fmla="*/ 1797280 w 1928655"/>
              <a:gd name="connsiteY0" fmla="*/ 0 h 3594560"/>
              <a:gd name="connsiteX1" fmla="*/ 1928655 w 1928655"/>
              <a:gd name="connsiteY1" fmla="*/ 6634 h 3594560"/>
              <a:gd name="connsiteX2" fmla="*/ 1928655 w 1928655"/>
              <a:gd name="connsiteY2" fmla="*/ 3587926 h 3594560"/>
              <a:gd name="connsiteX3" fmla="*/ 1797280 w 1928655"/>
              <a:gd name="connsiteY3" fmla="*/ 3594560 h 3594560"/>
              <a:gd name="connsiteX4" fmla="*/ 0 w 1928655"/>
              <a:gd name="connsiteY4" fmla="*/ 1797280 h 3594560"/>
              <a:gd name="connsiteX5" fmla="*/ 1797280 w 1928655"/>
              <a:gd name="connsiteY5" fmla="*/ 0 h 35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8655" h="3594560">
                <a:moveTo>
                  <a:pt x="1797280" y="0"/>
                </a:moveTo>
                <a:lnTo>
                  <a:pt x="1928655" y="6634"/>
                </a:lnTo>
                <a:lnTo>
                  <a:pt x="1928655" y="3587926"/>
                </a:lnTo>
                <a:lnTo>
                  <a:pt x="1797280" y="3594560"/>
                </a:lnTo>
                <a:cubicBezTo>
                  <a:pt x="804670" y="3594560"/>
                  <a:pt x="0" y="2789890"/>
                  <a:pt x="0" y="1797280"/>
                </a:cubicBezTo>
                <a:cubicBezTo>
                  <a:pt x="0" y="804670"/>
                  <a:pt x="804670" y="0"/>
                  <a:pt x="1797280" y="0"/>
                </a:cubicBezTo>
                <a:close/>
              </a:path>
            </a:pathLst>
          </a:cu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grpSp>
        <p:nvGrpSpPr>
          <p:cNvPr id="18" name="Group 17">
            <a:extLst>
              <a:ext uri="{FF2B5EF4-FFF2-40B4-BE49-F238E27FC236}">
                <a16:creationId xmlns:a16="http://schemas.microsoft.com/office/drawing/2014/main" id="{0D9CC75D-5D63-418A-1CD4-40137AFEDAB5}"/>
              </a:ext>
            </a:extLst>
          </p:cNvPr>
          <p:cNvGrpSpPr/>
          <p:nvPr/>
        </p:nvGrpSpPr>
        <p:grpSpPr>
          <a:xfrm>
            <a:off x="8876520" y="3790309"/>
            <a:ext cx="2626859" cy="2662693"/>
            <a:chOff x="9335008" y="164592"/>
            <a:chExt cx="6042545" cy="6124973"/>
          </a:xfrm>
        </p:grpSpPr>
        <p:sp>
          <p:nvSpPr>
            <p:cNvPr id="19" name="Shape">
              <a:extLst>
                <a:ext uri="{FF2B5EF4-FFF2-40B4-BE49-F238E27FC236}">
                  <a16:creationId xmlns:a16="http://schemas.microsoft.com/office/drawing/2014/main" id="{116BCE64-A52C-55ED-C7E0-F372ED78B8A2}"/>
                </a:ext>
              </a:extLst>
            </p:cNvPr>
            <p:cNvSpPr/>
            <p:nvPr/>
          </p:nvSpPr>
          <p:spPr>
            <a:xfrm>
              <a:off x="9427861" y="339873"/>
              <a:ext cx="5949692" cy="5949692"/>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0" name="Shape">
              <a:extLst>
                <a:ext uri="{FF2B5EF4-FFF2-40B4-BE49-F238E27FC236}">
                  <a16:creationId xmlns:a16="http://schemas.microsoft.com/office/drawing/2014/main" id="{9E1F72A0-2935-D727-C9E9-054343EB3956}"/>
                </a:ext>
              </a:extLst>
            </p:cNvPr>
            <p:cNvSpPr/>
            <p:nvPr/>
          </p:nvSpPr>
          <p:spPr>
            <a:xfrm>
              <a:off x="9335008" y="164592"/>
              <a:ext cx="5949692" cy="5949692"/>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grpSp>
      <p:sp>
        <p:nvSpPr>
          <p:cNvPr id="21" name="Date Placeholder 3">
            <a:extLst>
              <a:ext uri="{FF2B5EF4-FFF2-40B4-BE49-F238E27FC236}">
                <a16:creationId xmlns:a16="http://schemas.microsoft.com/office/drawing/2014/main" id="{6FE09960-AF5A-FFC4-7EB1-110AD7369588}"/>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22" name="Footer Placeholder 4">
            <a:extLst>
              <a:ext uri="{FF2B5EF4-FFF2-40B4-BE49-F238E27FC236}">
                <a16:creationId xmlns:a16="http://schemas.microsoft.com/office/drawing/2014/main" id="{D1EE90CD-A94E-4650-AD6C-C1844E571410}"/>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3" name="Slide Number Placeholder 5">
            <a:extLst>
              <a:ext uri="{FF2B5EF4-FFF2-40B4-BE49-F238E27FC236}">
                <a16:creationId xmlns:a16="http://schemas.microsoft.com/office/drawing/2014/main" id="{38D5ADA7-D66D-F634-A234-DDBED0450A21}"/>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Tree>
    <p:extLst>
      <p:ext uri="{BB962C8B-B14F-4D97-AF65-F5344CB8AC3E}">
        <p14:creationId xmlns:p14="http://schemas.microsoft.com/office/powerpoint/2010/main" val="33603370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1">
    <p:bg>
      <p:bgPr>
        <a:solidFill>
          <a:schemeClr val="accent4"/>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9" name="Date Placeholder 3">
            <a:extLst>
              <a:ext uri="{FF2B5EF4-FFF2-40B4-BE49-F238E27FC236}">
                <a16:creationId xmlns:a16="http://schemas.microsoft.com/office/drawing/2014/main" id="{6747F2BC-6307-5ABC-01C9-D7659D49EC12}"/>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20" name="Footer Placeholder 4">
            <a:extLst>
              <a:ext uri="{FF2B5EF4-FFF2-40B4-BE49-F238E27FC236}">
                <a16:creationId xmlns:a16="http://schemas.microsoft.com/office/drawing/2014/main" id="{891ED11D-81DC-3B7D-AC6B-6CB6AD463E4D}"/>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1" name="Slide Number Placeholder 5">
            <a:extLst>
              <a:ext uri="{FF2B5EF4-FFF2-40B4-BE49-F238E27FC236}">
                <a16:creationId xmlns:a16="http://schemas.microsoft.com/office/drawing/2014/main" id="{C43A627B-02A8-E416-6290-953D4C4CA531}"/>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15" name="Subtitle 2">
            <a:extLst>
              <a:ext uri="{FF2B5EF4-FFF2-40B4-BE49-F238E27FC236}">
                <a16:creationId xmlns:a16="http://schemas.microsoft.com/office/drawing/2014/main" id="{0D7F77E3-B731-29B5-3739-D5FDBEC0DD11}"/>
              </a:ext>
            </a:extLst>
          </p:cNvPr>
          <p:cNvSpPr>
            <a:spLocks noGrp="1"/>
          </p:cNvSpPr>
          <p:nvPr>
            <p:ph type="subTitle" idx="1" hasCustomPrompt="1"/>
          </p:nvPr>
        </p:nvSpPr>
        <p:spPr>
          <a:xfrm>
            <a:off x="800100" y="4935583"/>
            <a:ext cx="9427773" cy="466344"/>
          </a:xfrm>
        </p:spPr>
        <p:txBody>
          <a:bodyPr anchor="ctr">
            <a:normAutofit/>
          </a:bodyPr>
          <a:lstStyle>
            <a:lvl1pPr marL="0" indent="0" algn="r">
              <a:buNone/>
              <a:defRPr sz="2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14" name="Title 1">
            <a:extLst>
              <a:ext uri="{FF2B5EF4-FFF2-40B4-BE49-F238E27FC236}">
                <a16:creationId xmlns:a16="http://schemas.microsoft.com/office/drawing/2014/main" id="{6D8508EB-1675-E44B-9E7C-696E92F6CC57}"/>
              </a:ext>
            </a:extLst>
          </p:cNvPr>
          <p:cNvSpPr>
            <a:spLocks noGrp="1"/>
          </p:cNvSpPr>
          <p:nvPr>
            <p:ph type="ctrTitle" hasCustomPrompt="1"/>
          </p:nvPr>
        </p:nvSpPr>
        <p:spPr>
          <a:xfrm>
            <a:off x="800100" y="1382268"/>
            <a:ext cx="9898381" cy="3291840"/>
          </a:xfrm>
        </p:spPr>
        <p:txBody>
          <a:bodyPr anchor="ctr">
            <a:normAutofit/>
          </a:bodyPr>
          <a:lstStyle>
            <a:lvl1pPr marL="457200" indent="-274320" algn="r">
              <a:lnSpc>
                <a:spcPct val="100000"/>
              </a:lnSpc>
              <a:defRPr sz="4000" b="0">
                <a:solidFill>
                  <a:schemeClr val="tx1"/>
                </a:solidFill>
              </a:defRPr>
            </a:lvl1pPr>
          </a:lstStyle>
          <a:p>
            <a:r>
              <a:rPr lang="en-US" dirty="0"/>
              <a:t>Click to edit Quote</a:t>
            </a:r>
          </a:p>
        </p:txBody>
      </p:sp>
    </p:spTree>
    <p:extLst>
      <p:ext uri="{BB962C8B-B14F-4D97-AF65-F5344CB8AC3E}">
        <p14:creationId xmlns:p14="http://schemas.microsoft.com/office/powerpoint/2010/main" val="42328108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bg>
      <p:bgPr>
        <a:solidFill>
          <a:schemeClr val="tx2"/>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BD613F34-5DFD-346A-B434-B68F0BF195F8}"/>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E2E7610D-0C35-9164-A2CD-56A0D8B35C4D}"/>
              </a:ext>
            </a:extLst>
          </p:cNvPr>
          <p:cNvSpPr/>
          <p:nvPr/>
        </p:nvSpPr>
        <p:spPr>
          <a:xfrm>
            <a:off x="452064" y="838200"/>
            <a:ext cx="11058961" cy="49530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0" name="Date Placeholder 3">
            <a:extLst>
              <a:ext uri="{FF2B5EF4-FFF2-40B4-BE49-F238E27FC236}">
                <a16:creationId xmlns:a16="http://schemas.microsoft.com/office/drawing/2014/main" id="{D813D795-4A7B-7266-8A31-C3ADC7FDF5BF}"/>
              </a:ext>
            </a:extLst>
          </p:cNvPr>
          <p:cNvSpPr>
            <a:spLocks noGrp="1"/>
          </p:cNvSpPr>
          <p:nvPr>
            <p:ph type="dt" sz="half" idx="2"/>
          </p:nvPr>
        </p:nvSpPr>
        <p:spPr>
          <a:xfrm>
            <a:off x="612647" y="6453002"/>
            <a:ext cx="3494314" cy="365125"/>
          </a:xfrm>
          <a:prstGeom prst="rect">
            <a:avLst/>
          </a:prstGeom>
        </p:spPr>
        <p:txBody>
          <a:bodyPr/>
          <a:lstStyle>
            <a:lvl1pPr>
              <a:defRPr sz="1200">
                <a:solidFill>
                  <a:schemeClr val="bg1"/>
                </a:solidFill>
              </a:defRPr>
            </a:lvl1pPr>
          </a:lstStyle>
          <a:p>
            <a:endParaRPr lang="en-US" dirty="0"/>
          </a:p>
        </p:txBody>
      </p:sp>
      <p:sp>
        <p:nvSpPr>
          <p:cNvPr id="21" name="Footer Placeholder 4">
            <a:extLst>
              <a:ext uri="{FF2B5EF4-FFF2-40B4-BE49-F238E27FC236}">
                <a16:creationId xmlns:a16="http://schemas.microsoft.com/office/drawing/2014/main" id="{856F17BF-0437-40F4-68DE-F86AAC2BA351}"/>
              </a:ext>
            </a:extLst>
          </p:cNvPr>
          <p:cNvSpPr>
            <a:spLocks noGrp="1"/>
          </p:cNvSpPr>
          <p:nvPr>
            <p:ph type="ftr" sz="quarter" idx="3"/>
          </p:nvPr>
        </p:nvSpPr>
        <p:spPr>
          <a:xfrm>
            <a:off x="8394504" y="6453002"/>
            <a:ext cx="2805405" cy="365125"/>
          </a:xfrm>
          <a:prstGeom prst="rect">
            <a:avLst/>
          </a:prstGeom>
        </p:spPr>
        <p:txBody>
          <a:bodyPr/>
          <a:lstStyle>
            <a:lvl1pPr>
              <a:defRPr sz="1200">
                <a:solidFill>
                  <a:schemeClr val="bg1"/>
                </a:solidFill>
              </a:defRPr>
            </a:lvl1pPr>
          </a:lstStyle>
          <a:p>
            <a:endParaRPr lang="en-US" dirty="0"/>
          </a:p>
        </p:txBody>
      </p:sp>
      <p:sp>
        <p:nvSpPr>
          <p:cNvPr id="22" name="Slide Number Placeholder 5">
            <a:extLst>
              <a:ext uri="{FF2B5EF4-FFF2-40B4-BE49-F238E27FC236}">
                <a16:creationId xmlns:a16="http://schemas.microsoft.com/office/drawing/2014/main" id="{6D1A3F8C-FE9F-AAC1-0035-162EFD246D7B}"/>
              </a:ext>
            </a:extLst>
          </p:cNvPr>
          <p:cNvSpPr>
            <a:spLocks noGrp="1"/>
          </p:cNvSpPr>
          <p:nvPr>
            <p:ph type="sldNum" sz="quarter" idx="4"/>
          </p:nvPr>
        </p:nvSpPr>
        <p:spPr>
          <a:xfrm>
            <a:off x="11150145" y="6453002"/>
            <a:ext cx="429207" cy="365125"/>
          </a:xfrm>
          <a:prstGeom prst="rect">
            <a:avLst/>
          </a:prstGeom>
        </p:spPr>
        <p:txBody>
          <a:bodyPr/>
          <a:lstStyle>
            <a:lvl1pPr>
              <a:defRPr sz="1200">
                <a:solidFill>
                  <a:schemeClr val="bg1"/>
                </a:solidFill>
              </a:defRPr>
            </a:lvl1pPr>
          </a:lstStyle>
          <a:p>
            <a:fld id="{CC057153-B650-4DEB-B370-79DDCFDCE934}" type="slidenum">
              <a:rPr lang="en-US" smtClean="0"/>
              <a:pPr/>
              <a:t>‹#›</a:t>
            </a:fld>
            <a:endParaRPr lang="en-US" dirty="0"/>
          </a:p>
        </p:txBody>
      </p:sp>
      <p:sp>
        <p:nvSpPr>
          <p:cNvPr id="15" name="Subtitle 2">
            <a:extLst>
              <a:ext uri="{FF2B5EF4-FFF2-40B4-BE49-F238E27FC236}">
                <a16:creationId xmlns:a16="http://schemas.microsoft.com/office/drawing/2014/main" id="{108297F2-3A5A-1ADF-E7E7-F51A9C46D015}"/>
              </a:ext>
            </a:extLst>
          </p:cNvPr>
          <p:cNvSpPr>
            <a:spLocks noGrp="1"/>
          </p:cNvSpPr>
          <p:nvPr>
            <p:ph type="subTitle" idx="1" hasCustomPrompt="1"/>
          </p:nvPr>
        </p:nvSpPr>
        <p:spPr>
          <a:xfrm>
            <a:off x="1274164" y="4935583"/>
            <a:ext cx="9427773" cy="466344"/>
          </a:xfrm>
        </p:spPr>
        <p:txBody>
          <a:bodyPr anchor="ctr">
            <a:normAutofit/>
          </a:bodyPr>
          <a:lstStyle>
            <a:lvl1pPr marL="0" indent="0" algn="ctr">
              <a:buNone/>
              <a:defRPr sz="2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14" name="Title 1">
            <a:extLst>
              <a:ext uri="{FF2B5EF4-FFF2-40B4-BE49-F238E27FC236}">
                <a16:creationId xmlns:a16="http://schemas.microsoft.com/office/drawing/2014/main" id="{EDEE95F0-B147-572B-3FC2-FC493E0325EC}"/>
              </a:ext>
            </a:extLst>
          </p:cNvPr>
          <p:cNvSpPr>
            <a:spLocks noGrp="1"/>
          </p:cNvSpPr>
          <p:nvPr>
            <p:ph type="ctrTitle" hasCustomPrompt="1"/>
          </p:nvPr>
        </p:nvSpPr>
        <p:spPr>
          <a:xfrm>
            <a:off x="1038860" y="1382268"/>
            <a:ext cx="9898381" cy="3291840"/>
          </a:xfrm>
        </p:spPr>
        <p:txBody>
          <a:bodyPr anchor="ctr">
            <a:normAutofit/>
          </a:bodyPr>
          <a:lstStyle>
            <a:lvl1pPr marL="0" indent="0" algn="ctr">
              <a:lnSpc>
                <a:spcPct val="100000"/>
              </a:lnSpc>
              <a:defRPr sz="4400" b="0">
                <a:solidFill>
                  <a:schemeClr val="tx1"/>
                </a:solidFill>
              </a:defRPr>
            </a:lvl1pPr>
          </a:lstStyle>
          <a:p>
            <a:r>
              <a:rPr lang="en-US" dirty="0"/>
              <a:t>Click to edit Quote</a:t>
            </a:r>
          </a:p>
        </p:txBody>
      </p:sp>
    </p:spTree>
    <p:extLst>
      <p:ext uri="{BB962C8B-B14F-4D97-AF65-F5344CB8AC3E}">
        <p14:creationId xmlns:p14="http://schemas.microsoft.com/office/powerpoint/2010/main" val="18877337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1"/>
        </a:solidFill>
        <a:effectLst/>
      </p:bgPr>
    </p:bg>
    <p:spTree>
      <p:nvGrpSpPr>
        <p:cNvPr id="1" name=""/>
        <p:cNvGrpSpPr/>
        <p:nvPr/>
      </p:nvGrpSpPr>
      <p:grpSpPr>
        <a:xfrm>
          <a:off x="0" y="0"/>
          <a:ext cx="0" cy="0"/>
          <a:chOff x="0" y="0"/>
          <a:chExt cx="0" cy="0"/>
        </a:xfrm>
      </p:grpSpPr>
      <p:sp>
        <p:nvSpPr>
          <p:cNvPr id="28" name="Date Placeholder 3">
            <a:extLst>
              <a:ext uri="{FF2B5EF4-FFF2-40B4-BE49-F238E27FC236}">
                <a16:creationId xmlns:a16="http://schemas.microsoft.com/office/drawing/2014/main" id="{090565E4-1AE7-522E-342A-4EC4535FE05D}"/>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29" name="Footer Placeholder 4">
            <a:extLst>
              <a:ext uri="{FF2B5EF4-FFF2-40B4-BE49-F238E27FC236}">
                <a16:creationId xmlns:a16="http://schemas.microsoft.com/office/drawing/2014/main" id="{B0F50133-2A72-8DB0-DB9B-6F8F22469058}"/>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30" name="Slide Number Placeholder 5">
            <a:extLst>
              <a:ext uri="{FF2B5EF4-FFF2-40B4-BE49-F238E27FC236}">
                <a16:creationId xmlns:a16="http://schemas.microsoft.com/office/drawing/2014/main" id="{144320EE-6058-6AB4-A8E0-B1FCC05A1741}"/>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Tree>
    <p:extLst>
      <p:ext uri="{BB962C8B-B14F-4D97-AF65-F5344CB8AC3E}">
        <p14:creationId xmlns:p14="http://schemas.microsoft.com/office/powerpoint/2010/main" val="33387172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1"/>
        </a:solidFill>
        <a:effectLst/>
      </p:bgPr>
    </p:bg>
    <p:spTree>
      <p:nvGrpSpPr>
        <p:cNvPr id="1" name=""/>
        <p:cNvGrpSpPr/>
        <p:nvPr/>
      </p:nvGrpSpPr>
      <p:grpSpPr>
        <a:xfrm>
          <a:off x="0" y="0"/>
          <a:ext cx="0" cy="0"/>
          <a:chOff x="0" y="0"/>
          <a:chExt cx="0" cy="0"/>
        </a:xfrm>
      </p:grpSpPr>
      <p:sp>
        <p:nvSpPr>
          <p:cNvPr id="24" name="Date Placeholder 3">
            <a:extLst>
              <a:ext uri="{FF2B5EF4-FFF2-40B4-BE49-F238E27FC236}">
                <a16:creationId xmlns:a16="http://schemas.microsoft.com/office/drawing/2014/main" id="{D42C441C-5A31-6784-AFC1-E6D5E0E1FBC6}"/>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25" name="Footer Placeholder 4">
            <a:extLst>
              <a:ext uri="{FF2B5EF4-FFF2-40B4-BE49-F238E27FC236}">
                <a16:creationId xmlns:a16="http://schemas.microsoft.com/office/drawing/2014/main" id="{93B79E5E-62B5-2466-F4A6-19C0FC8B2171}"/>
              </a:ext>
            </a:extLst>
          </p:cNvPr>
          <p:cNvSpPr>
            <a:spLocks noGrp="1"/>
          </p:cNvSpPr>
          <p:nvPr>
            <p:ph type="ftr" sz="quarter" idx="15"/>
          </p:nvPr>
        </p:nvSpPr>
        <p:spPr>
          <a:xfrm>
            <a:off x="8394504" y="6453002"/>
            <a:ext cx="2805405" cy="365125"/>
          </a:xfrm>
          <a:prstGeom prst="rect">
            <a:avLst/>
          </a:prstGeom>
        </p:spPr>
        <p:txBody>
          <a:bodyPr/>
          <a:lstStyle>
            <a:lvl1pPr>
              <a:defRPr sz="1200"/>
            </a:lvl1pPr>
          </a:lstStyle>
          <a:p>
            <a:endParaRPr lang="en-US" dirty="0"/>
          </a:p>
        </p:txBody>
      </p:sp>
      <p:sp>
        <p:nvSpPr>
          <p:cNvPr id="26" name="Slide Number Placeholder 5">
            <a:extLst>
              <a:ext uri="{FF2B5EF4-FFF2-40B4-BE49-F238E27FC236}">
                <a16:creationId xmlns:a16="http://schemas.microsoft.com/office/drawing/2014/main" id="{D3C15047-F321-B7D3-5D26-82E124CAE8DB}"/>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Tree>
    <p:extLst>
      <p:ext uri="{BB962C8B-B14F-4D97-AF65-F5344CB8AC3E}">
        <p14:creationId xmlns:p14="http://schemas.microsoft.com/office/powerpoint/2010/main" val="40583741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17" name="Date Placeholder 3">
            <a:extLst>
              <a:ext uri="{FF2B5EF4-FFF2-40B4-BE49-F238E27FC236}">
                <a16:creationId xmlns:a16="http://schemas.microsoft.com/office/drawing/2014/main" id="{D457F4AB-2AC3-3EC3-4FDF-6240055CA4C2}"/>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8" name="Footer Placeholder 4">
            <a:extLst>
              <a:ext uri="{FF2B5EF4-FFF2-40B4-BE49-F238E27FC236}">
                <a16:creationId xmlns:a16="http://schemas.microsoft.com/office/drawing/2014/main" id="{BE0B57B6-9F88-B690-5D15-05970D4F6929}"/>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9" name="Slide Number Placeholder 5">
            <a:extLst>
              <a:ext uri="{FF2B5EF4-FFF2-40B4-BE49-F238E27FC236}">
                <a16:creationId xmlns:a16="http://schemas.microsoft.com/office/drawing/2014/main" id="{DFFD3016-AF00-5EC0-6EA6-1D664B798F5E}"/>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29061026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A6B9D93-9B64-1CD3-A833-FFDD8C5DBA7C}"/>
              </a:ext>
            </a:extLst>
          </p:cNvPr>
          <p:cNvGrpSpPr/>
          <p:nvPr userDrawn="1"/>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3" name="Date Placeholder 3">
            <a:extLst>
              <a:ext uri="{FF2B5EF4-FFF2-40B4-BE49-F238E27FC236}">
                <a16:creationId xmlns:a16="http://schemas.microsoft.com/office/drawing/2014/main" id="{76783022-C93C-4316-9345-68E31F03FF1F}"/>
              </a:ext>
            </a:extLst>
          </p:cNvPr>
          <p:cNvSpPr>
            <a:spLocks noGrp="1"/>
          </p:cNvSpPr>
          <p:nvPr>
            <p:ph type="dt" sz="half" idx="2"/>
          </p:nvPr>
        </p:nvSpPr>
        <p:spPr>
          <a:xfrm>
            <a:off x="612647" y="6453002"/>
            <a:ext cx="3494314" cy="365125"/>
          </a:xfrm>
          <a:prstGeom prst="rect">
            <a:avLst/>
          </a:prstGeom>
        </p:spPr>
        <p:txBody>
          <a:bodyPr/>
          <a:lstStyle>
            <a:lvl1pPr>
              <a:defRPr sz="1200">
                <a:solidFill>
                  <a:schemeClr val="bg1"/>
                </a:solidFill>
              </a:defRPr>
            </a:lvl1pPr>
          </a:lstStyle>
          <a:p>
            <a:endParaRPr lang="en-US" dirty="0"/>
          </a:p>
        </p:txBody>
      </p:sp>
      <p:sp>
        <p:nvSpPr>
          <p:cNvPr id="14" name="Footer Placeholder 4">
            <a:extLst>
              <a:ext uri="{FF2B5EF4-FFF2-40B4-BE49-F238E27FC236}">
                <a16:creationId xmlns:a16="http://schemas.microsoft.com/office/drawing/2014/main" id="{64BCF982-AEE8-401C-A329-B8AC7A6C5A51}"/>
              </a:ext>
            </a:extLst>
          </p:cNvPr>
          <p:cNvSpPr>
            <a:spLocks noGrp="1"/>
          </p:cNvSpPr>
          <p:nvPr>
            <p:ph type="ftr" sz="quarter" idx="3"/>
          </p:nvPr>
        </p:nvSpPr>
        <p:spPr>
          <a:xfrm>
            <a:off x="8394504" y="6453002"/>
            <a:ext cx="2805405" cy="365125"/>
          </a:xfrm>
          <a:prstGeom prst="rect">
            <a:avLst/>
          </a:prstGeom>
        </p:spPr>
        <p:txBody>
          <a:bodyPr/>
          <a:lstStyle>
            <a:lvl1pPr>
              <a:defRPr sz="12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C977DC49-F332-35CC-C9FB-E3F75844BBE1}"/>
              </a:ext>
            </a:extLst>
          </p:cNvPr>
          <p:cNvSpPr>
            <a:spLocks noGrp="1"/>
          </p:cNvSpPr>
          <p:nvPr>
            <p:ph type="sldNum" sz="quarter" idx="4"/>
          </p:nvPr>
        </p:nvSpPr>
        <p:spPr>
          <a:xfrm>
            <a:off x="11150145" y="6453002"/>
            <a:ext cx="429207" cy="365125"/>
          </a:xfrm>
          <a:prstGeom prst="rect">
            <a:avLst/>
          </a:prstGeom>
        </p:spPr>
        <p:txBody>
          <a:bodyPr/>
          <a:lstStyle>
            <a:lvl1pPr>
              <a:defRPr sz="1200">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024012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1"/>
        </a:solidFill>
        <a:effectLst/>
      </p:bgPr>
    </p:bg>
    <p:spTree>
      <p:nvGrpSpPr>
        <p:cNvPr id="1" name=""/>
        <p:cNvGrpSpPr/>
        <p:nvPr/>
      </p:nvGrpSpPr>
      <p:grpSpPr>
        <a:xfrm>
          <a:off x="0" y="0"/>
          <a:ext cx="0" cy="0"/>
          <a:chOff x="0" y="0"/>
          <a:chExt cx="0" cy="0"/>
        </a:xfrm>
      </p:grpSpPr>
      <p:sp>
        <p:nvSpPr>
          <p:cNvPr id="22" name="Date Placeholder 3">
            <a:extLst>
              <a:ext uri="{FF2B5EF4-FFF2-40B4-BE49-F238E27FC236}">
                <a16:creationId xmlns:a16="http://schemas.microsoft.com/office/drawing/2014/main" id="{DCFEAAAE-5C0C-C9B3-198D-56142A72FCB4}"/>
              </a:ext>
            </a:extLst>
          </p:cNvPr>
          <p:cNvSpPr>
            <a:spLocks noGrp="1"/>
          </p:cNvSpPr>
          <p:nvPr>
            <p:ph type="dt" sz="half" idx="10"/>
          </p:nvPr>
        </p:nvSpPr>
        <p:spPr>
          <a:xfrm>
            <a:off x="612647" y="6453002"/>
            <a:ext cx="3494314" cy="365125"/>
          </a:xfrm>
          <a:prstGeom prst="rect">
            <a:avLst/>
          </a:prstGeom>
        </p:spPr>
        <p:txBody>
          <a:bodyPr/>
          <a:lstStyle>
            <a:lvl1pPr>
              <a:defRPr sz="1200"/>
            </a:lvl1pPr>
          </a:lstStyle>
          <a:p>
            <a:endParaRPr lang="en-US" dirty="0"/>
          </a:p>
        </p:txBody>
      </p:sp>
      <p:sp>
        <p:nvSpPr>
          <p:cNvPr id="23" name="Footer Placeholder 4">
            <a:extLst>
              <a:ext uri="{FF2B5EF4-FFF2-40B4-BE49-F238E27FC236}">
                <a16:creationId xmlns:a16="http://schemas.microsoft.com/office/drawing/2014/main" id="{62D1164F-87C4-002A-2591-82E368CC1F59}"/>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4" name="Slide Number Placeholder 5">
            <a:extLst>
              <a:ext uri="{FF2B5EF4-FFF2-40B4-BE49-F238E27FC236}">
                <a16:creationId xmlns:a16="http://schemas.microsoft.com/office/drawing/2014/main" id="{0C4A4256-2379-B42B-3C9F-535F8876A488}"/>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Tree>
    <p:extLst>
      <p:ext uri="{BB962C8B-B14F-4D97-AF65-F5344CB8AC3E}">
        <p14:creationId xmlns:p14="http://schemas.microsoft.com/office/powerpoint/2010/main" val="163182543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icture with Caption">
    <p:bg>
      <p:bgPr>
        <a:solidFill>
          <a:schemeClr val="accent4"/>
        </a:solidFill>
        <a:effectLst/>
      </p:bgPr>
    </p:bg>
    <p:spTree>
      <p:nvGrpSpPr>
        <p:cNvPr id="1" name=""/>
        <p:cNvGrpSpPr/>
        <p:nvPr/>
      </p:nvGrpSpPr>
      <p:grpSpPr>
        <a:xfrm>
          <a:off x="0" y="0"/>
          <a:ext cx="0" cy="0"/>
          <a:chOff x="0" y="0"/>
          <a:chExt cx="0" cy="0"/>
        </a:xfrm>
      </p:grpSpPr>
      <p:sp>
        <p:nvSpPr>
          <p:cNvPr id="26" name="Shape">
            <a:extLst>
              <a:ext uri="{FF2B5EF4-FFF2-40B4-BE49-F238E27FC236}">
                <a16:creationId xmlns:a16="http://schemas.microsoft.com/office/drawing/2014/main" id="{A018B933-3AF9-74DD-5AC7-3933E9A2BEB4}"/>
              </a:ext>
            </a:extLst>
          </p:cNvPr>
          <p:cNvSpPr/>
          <p:nvPr/>
        </p:nvSpPr>
        <p:spPr>
          <a:xfrm>
            <a:off x="5648341"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7" name="Picture Placeholder 9">
            <a:extLst>
              <a:ext uri="{FF2B5EF4-FFF2-40B4-BE49-F238E27FC236}">
                <a16:creationId xmlns:a16="http://schemas.microsoft.com/office/drawing/2014/main" id="{5F9D5C94-AFE4-02B8-C41F-CB98A532B6AA}"/>
              </a:ext>
            </a:extLst>
          </p:cNvPr>
          <p:cNvSpPr>
            <a:spLocks noGrp="1" noChangeAspect="1"/>
          </p:cNvSpPr>
          <p:nvPr>
            <p:ph type="pic" sz="quarter" idx="11"/>
          </p:nvPr>
        </p:nvSpPr>
        <p:spPr>
          <a:xfrm>
            <a:off x="5547868" y="388874"/>
            <a:ext cx="5897880" cy="5897880"/>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a:lvl1pPr>
          </a:lstStyle>
          <a:p>
            <a:pPr marL="0" lvl="0" indent="0">
              <a:lnSpc>
                <a:spcPct val="150000"/>
              </a:lnSpc>
              <a:buFontTx/>
              <a:buNone/>
            </a:pPr>
            <a:r>
              <a:rPr lang="en-US" noProof="0"/>
              <a:t>Click icon to add picture</a:t>
            </a:r>
            <a:endParaRPr lang="en-US" noProof="0" dirty="0"/>
          </a:p>
        </p:txBody>
      </p:sp>
      <p:sp>
        <p:nvSpPr>
          <p:cNvPr id="28" name="Date Placeholder 3">
            <a:extLst>
              <a:ext uri="{FF2B5EF4-FFF2-40B4-BE49-F238E27FC236}">
                <a16:creationId xmlns:a16="http://schemas.microsoft.com/office/drawing/2014/main" id="{5D492C5C-17BE-7819-EA48-DD0FC991EE55}"/>
              </a:ext>
            </a:extLst>
          </p:cNvPr>
          <p:cNvSpPr>
            <a:spLocks noGrp="1"/>
          </p:cNvSpPr>
          <p:nvPr>
            <p:ph type="dt" sz="half" idx="12"/>
          </p:nvPr>
        </p:nvSpPr>
        <p:spPr>
          <a:xfrm>
            <a:off x="612647" y="6453002"/>
            <a:ext cx="3494314" cy="365125"/>
          </a:xfrm>
          <a:prstGeom prst="rect">
            <a:avLst/>
          </a:prstGeom>
        </p:spPr>
        <p:txBody>
          <a:bodyPr/>
          <a:lstStyle>
            <a:lvl1pPr>
              <a:defRPr sz="1200"/>
            </a:lvl1pPr>
          </a:lstStyle>
          <a:p>
            <a:endParaRPr lang="en-US" dirty="0"/>
          </a:p>
        </p:txBody>
      </p:sp>
      <p:sp>
        <p:nvSpPr>
          <p:cNvPr id="30" name="Slide Number Placeholder 5">
            <a:extLst>
              <a:ext uri="{FF2B5EF4-FFF2-40B4-BE49-F238E27FC236}">
                <a16:creationId xmlns:a16="http://schemas.microsoft.com/office/drawing/2014/main" id="{0C4E0F36-FE5F-2A52-67FE-8EAA49A2457F}"/>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Tree>
    <p:extLst>
      <p:ext uri="{BB962C8B-B14F-4D97-AF65-F5344CB8AC3E}">
        <p14:creationId xmlns:p14="http://schemas.microsoft.com/office/powerpoint/2010/main" val="23048553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CB8BD6-864A-8E8A-C10E-B3BCF2CDFF71}"/>
              </a:ext>
            </a:extLst>
          </p:cNvPr>
          <p:cNvSpPr/>
          <p:nvPr userDrawn="1"/>
        </p:nvSpPr>
        <p:spPr>
          <a:xfrm>
            <a:off x="1" y="1"/>
            <a:ext cx="12192000" cy="685800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Date Placeholder 3">
            <a:extLst>
              <a:ext uri="{FF2B5EF4-FFF2-40B4-BE49-F238E27FC236}">
                <a16:creationId xmlns:a16="http://schemas.microsoft.com/office/drawing/2014/main" id="{26464492-F8D1-E4F7-681A-A72DB1D6AC2B}"/>
              </a:ext>
            </a:extLst>
          </p:cNvPr>
          <p:cNvSpPr>
            <a:spLocks noGrp="1"/>
          </p:cNvSpPr>
          <p:nvPr>
            <p:ph type="dt" sz="half" idx="2"/>
          </p:nvPr>
        </p:nvSpPr>
        <p:spPr>
          <a:xfrm>
            <a:off x="612647" y="6453002"/>
            <a:ext cx="3494314" cy="365125"/>
          </a:xfrm>
          <a:prstGeom prst="rect">
            <a:avLst/>
          </a:prstGeom>
        </p:spPr>
        <p:txBody>
          <a:bodyPr/>
          <a:lstStyle>
            <a:lvl1pPr>
              <a:defRPr sz="1200">
                <a:solidFill>
                  <a:schemeClr val="tx1"/>
                </a:solidFill>
              </a:defRPr>
            </a:lvl1pPr>
          </a:lstStyle>
          <a:p>
            <a:endParaRPr lang="en-US" dirty="0"/>
          </a:p>
        </p:txBody>
      </p:sp>
      <p:sp>
        <p:nvSpPr>
          <p:cNvPr id="28" name="Footer Placeholder 4">
            <a:extLst>
              <a:ext uri="{FF2B5EF4-FFF2-40B4-BE49-F238E27FC236}">
                <a16:creationId xmlns:a16="http://schemas.microsoft.com/office/drawing/2014/main" id="{D4EFD8BC-7AA2-F587-9B5B-4C15E4A96990}"/>
              </a:ext>
            </a:extLst>
          </p:cNvPr>
          <p:cNvSpPr>
            <a:spLocks noGrp="1"/>
          </p:cNvSpPr>
          <p:nvPr>
            <p:ph type="ftr" sz="quarter" idx="3"/>
          </p:nvPr>
        </p:nvSpPr>
        <p:spPr>
          <a:xfrm>
            <a:off x="8394504" y="6453002"/>
            <a:ext cx="2805405" cy="365125"/>
          </a:xfrm>
          <a:prstGeom prst="rect">
            <a:avLst/>
          </a:prstGeom>
        </p:spPr>
        <p:txBody>
          <a:bodyPr/>
          <a:lstStyle>
            <a:lvl1pPr>
              <a:defRPr sz="1200">
                <a:solidFill>
                  <a:schemeClr val="tx1"/>
                </a:solidFill>
              </a:defRPr>
            </a:lvl1pPr>
          </a:lstStyle>
          <a:p>
            <a:endParaRPr lang="en-US" dirty="0"/>
          </a:p>
        </p:txBody>
      </p:sp>
      <p:sp>
        <p:nvSpPr>
          <p:cNvPr id="29" name="Slide Number Placeholder 5">
            <a:extLst>
              <a:ext uri="{FF2B5EF4-FFF2-40B4-BE49-F238E27FC236}">
                <a16:creationId xmlns:a16="http://schemas.microsoft.com/office/drawing/2014/main" id="{DD173918-C16D-7E10-E183-03DD08E6E343}"/>
              </a:ext>
            </a:extLst>
          </p:cNvPr>
          <p:cNvSpPr>
            <a:spLocks noGrp="1"/>
          </p:cNvSpPr>
          <p:nvPr>
            <p:ph type="sldNum" sz="quarter" idx="4"/>
          </p:nvPr>
        </p:nvSpPr>
        <p:spPr>
          <a:xfrm>
            <a:off x="11150145" y="6453002"/>
            <a:ext cx="429207" cy="365125"/>
          </a:xfrm>
          <a:prstGeom prst="rect">
            <a:avLst/>
          </a:prstGeom>
        </p:spPr>
        <p:txBody>
          <a:bodyPr/>
          <a:lstStyle>
            <a:lvl1pPr>
              <a:defRPr sz="1200">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4676" y="3198297"/>
            <a:ext cx="10962648" cy="2760588"/>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571632"/>
            <a:ext cx="7342307" cy="1133856"/>
          </a:xfrm>
        </p:spPr>
        <p:txBody>
          <a:bodyPr anchor="b">
            <a:noAutofit/>
          </a:bodyPr>
          <a:lstStyle>
            <a:lvl1pPr>
              <a:defRPr sz="60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10941310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BA9C36FA-8EC6-3918-11A1-6CD39C1DA7DE}"/>
              </a:ext>
            </a:extLst>
          </p:cNvPr>
          <p:cNvSpPr/>
          <p:nvPr/>
        </p:nvSpPr>
        <p:spPr>
          <a:xfrm>
            <a:off x="9857064" y="1583630"/>
            <a:ext cx="2438263" cy="4743908"/>
          </a:xfrm>
          <a:custGeom>
            <a:avLst/>
            <a:gdLst>
              <a:gd name="connsiteX0" fmla="*/ 2371954 w 2438263"/>
              <a:gd name="connsiteY0" fmla="*/ 0 h 4743908"/>
              <a:gd name="connsiteX1" fmla="*/ 2438263 w 2438263"/>
              <a:gd name="connsiteY1" fmla="*/ 3348 h 4743908"/>
              <a:gd name="connsiteX2" fmla="*/ 2438263 w 2438263"/>
              <a:gd name="connsiteY2" fmla="*/ 4740560 h 4743908"/>
              <a:gd name="connsiteX3" fmla="*/ 2371954 w 2438263"/>
              <a:gd name="connsiteY3" fmla="*/ 4743908 h 4743908"/>
              <a:gd name="connsiteX4" fmla="*/ 0 w 2438263"/>
              <a:gd name="connsiteY4" fmla="*/ 2371954 h 4743908"/>
              <a:gd name="connsiteX5" fmla="*/ 2371954 w 2438263"/>
              <a:gd name="connsiteY5" fmla="*/ 0 h 4743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8263" h="4743908">
                <a:moveTo>
                  <a:pt x="2371954" y="0"/>
                </a:moveTo>
                <a:lnTo>
                  <a:pt x="2438263" y="3348"/>
                </a:lnTo>
                <a:lnTo>
                  <a:pt x="2438263" y="4740560"/>
                </a:lnTo>
                <a:lnTo>
                  <a:pt x="2371954" y="4743908"/>
                </a:lnTo>
                <a:cubicBezTo>
                  <a:pt x="1061960" y="4743908"/>
                  <a:pt x="0" y="3681948"/>
                  <a:pt x="0" y="2371954"/>
                </a:cubicBezTo>
                <a:cubicBezTo>
                  <a:pt x="0" y="1061960"/>
                  <a:pt x="1061960" y="0"/>
                  <a:pt x="2371954" y="0"/>
                </a:cubicBezTo>
                <a:close/>
              </a:path>
            </a:pathLst>
          </a:cu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 name="Freeform: Shape 3">
            <a:extLst>
              <a:ext uri="{FF2B5EF4-FFF2-40B4-BE49-F238E27FC236}">
                <a16:creationId xmlns:a16="http://schemas.microsoft.com/office/drawing/2014/main" id="{B24A1AD2-CE1A-6E2A-8A5D-3C0EB2A7F15D}"/>
              </a:ext>
            </a:extLst>
          </p:cNvPr>
          <p:cNvSpPr/>
          <p:nvPr/>
        </p:nvSpPr>
        <p:spPr>
          <a:xfrm>
            <a:off x="9783028" y="1443872"/>
            <a:ext cx="2512298" cy="4743908"/>
          </a:xfrm>
          <a:custGeom>
            <a:avLst/>
            <a:gdLst>
              <a:gd name="connsiteX0" fmla="*/ 2371954 w 2512298"/>
              <a:gd name="connsiteY0" fmla="*/ 0 h 4743908"/>
              <a:gd name="connsiteX1" fmla="*/ 2512298 w 2512298"/>
              <a:gd name="connsiteY1" fmla="*/ 7087 h 4743908"/>
              <a:gd name="connsiteX2" fmla="*/ 2512298 w 2512298"/>
              <a:gd name="connsiteY2" fmla="*/ 4736821 h 4743908"/>
              <a:gd name="connsiteX3" fmla="*/ 2371954 w 2512298"/>
              <a:gd name="connsiteY3" fmla="*/ 4743908 h 4743908"/>
              <a:gd name="connsiteX4" fmla="*/ 0 w 2512298"/>
              <a:gd name="connsiteY4" fmla="*/ 2371954 h 4743908"/>
              <a:gd name="connsiteX5" fmla="*/ 2371954 w 2512298"/>
              <a:gd name="connsiteY5" fmla="*/ 0 h 4743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12298" h="4743908">
                <a:moveTo>
                  <a:pt x="2371954" y="0"/>
                </a:moveTo>
                <a:lnTo>
                  <a:pt x="2512298" y="7087"/>
                </a:lnTo>
                <a:lnTo>
                  <a:pt x="2512298" y="4736821"/>
                </a:lnTo>
                <a:lnTo>
                  <a:pt x="2371954" y="4743908"/>
                </a:lnTo>
                <a:cubicBezTo>
                  <a:pt x="1061960" y="4743908"/>
                  <a:pt x="0" y="3681948"/>
                  <a:pt x="0" y="2371954"/>
                </a:cubicBezTo>
                <a:cubicBezTo>
                  <a:pt x="0" y="1061960"/>
                  <a:pt x="1061960" y="0"/>
                  <a:pt x="2371954" y="0"/>
                </a:cubicBezTo>
                <a:close/>
              </a:path>
            </a:pathLst>
          </a:cu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Freeform: Shape 10">
            <a:extLst>
              <a:ext uri="{FF2B5EF4-FFF2-40B4-BE49-F238E27FC236}">
                <a16:creationId xmlns:a16="http://schemas.microsoft.com/office/drawing/2014/main" id="{89293DE5-5DBB-8029-028D-15FB95DC4A97}"/>
              </a:ext>
            </a:extLst>
          </p:cNvPr>
          <p:cNvSpPr/>
          <p:nvPr/>
        </p:nvSpPr>
        <p:spPr>
          <a:xfrm>
            <a:off x="9010473" y="-76200"/>
            <a:ext cx="2577728" cy="1403034"/>
          </a:xfrm>
          <a:custGeom>
            <a:avLst/>
            <a:gdLst>
              <a:gd name="connsiteX0" fmla="*/ 11509 w 2577728"/>
              <a:gd name="connsiteY0" fmla="*/ 0 h 1403034"/>
              <a:gd name="connsiteX1" fmla="*/ 2566219 w 2577728"/>
              <a:gd name="connsiteY1" fmla="*/ 0 h 1403034"/>
              <a:gd name="connsiteX2" fmla="*/ 2577728 w 2577728"/>
              <a:gd name="connsiteY2" fmla="*/ 114170 h 1403034"/>
              <a:gd name="connsiteX3" fmla="*/ 1288864 w 2577728"/>
              <a:gd name="connsiteY3" fmla="*/ 1403034 h 1403034"/>
              <a:gd name="connsiteX4" fmla="*/ 0 w 2577728"/>
              <a:gd name="connsiteY4" fmla="*/ 114170 h 1403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7728" h="1403034">
                <a:moveTo>
                  <a:pt x="11509" y="0"/>
                </a:moveTo>
                <a:lnTo>
                  <a:pt x="2566219" y="0"/>
                </a:lnTo>
                <a:lnTo>
                  <a:pt x="2577728" y="114170"/>
                </a:lnTo>
                <a:cubicBezTo>
                  <a:pt x="2577728" y="825990"/>
                  <a:pt x="2000684" y="1403034"/>
                  <a:pt x="1288864" y="1403034"/>
                </a:cubicBezTo>
                <a:cubicBezTo>
                  <a:pt x="577044" y="1403034"/>
                  <a:pt x="0" y="825990"/>
                  <a:pt x="0" y="114170"/>
                </a:cubicBezTo>
                <a:close/>
              </a:path>
            </a:pathLst>
          </a:cu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9" name="Freeform: Shape 8">
            <a:extLst>
              <a:ext uri="{FF2B5EF4-FFF2-40B4-BE49-F238E27FC236}">
                <a16:creationId xmlns:a16="http://schemas.microsoft.com/office/drawing/2014/main" id="{809F983F-851F-3AA9-2542-EDA6324DE8AD}"/>
              </a:ext>
            </a:extLst>
          </p:cNvPr>
          <p:cNvSpPr/>
          <p:nvPr/>
        </p:nvSpPr>
        <p:spPr>
          <a:xfrm>
            <a:off x="8970244" y="-76199"/>
            <a:ext cx="2577728" cy="1327093"/>
          </a:xfrm>
          <a:custGeom>
            <a:avLst/>
            <a:gdLst>
              <a:gd name="connsiteX0" fmla="*/ 3854 w 2577728"/>
              <a:gd name="connsiteY0" fmla="*/ 0 h 1327093"/>
              <a:gd name="connsiteX1" fmla="*/ 2573874 w 2577728"/>
              <a:gd name="connsiteY1" fmla="*/ 0 h 1327093"/>
              <a:gd name="connsiteX2" fmla="*/ 2577728 w 2577728"/>
              <a:gd name="connsiteY2" fmla="*/ 38229 h 1327093"/>
              <a:gd name="connsiteX3" fmla="*/ 1288864 w 2577728"/>
              <a:gd name="connsiteY3" fmla="*/ 1327093 h 1327093"/>
              <a:gd name="connsiteX4" fmla="*/ 0 w 2577728"/>
              <a:gd name="connsiteY4" fmla="*/ 38229 h 1327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7728" h="1327093">
                <a:moveTo>
                  <a:pt x="3854" y="0"/>
                </a:moveTo>
                <a:lnTo>
                  <a:pt x="2573874" y="0"/>
                </a:lnTo>
                <a:lnTo>
                  <a:pt x="2577728" y="38229"/>
                </a:lnTo>
                <a:cubicBezTo>
                  <a:pt x="2577728" y="750049"/>
                  <a:pt x="2000684" y="1327093"/>
                  <a:pt x="1288864" y="1327093"/>
                </a:cubicBezTo>
                <a:cubicBezTo>
                  <a:pt x="577044" y="1327093"/>
                  <a:pt x="0" y="750049"/>
                  <a:pt x="0" y="38229"/>
                </a:cubicBezTo>
                <a:close/>
              </a:path>
            </a:pathLst>
          </a:cu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8" name="Date Placeholder 3">
            <a:extLst>
              <a:ext uri="{FF2B5EF4-FFF2-40B4-BE49-F238E27FC236}">
                <a16:creationId xmlns:a16="http://schemas.microsoft.com/office/drawing/2014/main" id="{C5CCB3A4-D575-0B44-2CD3-C0CEEDF43890}"/>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9" name="Footer Placeholder 4">
            <a:extLst>
              <a:ext uri="{FF2B5EF4-FFF2-40B4-BE49-F238E27FC236}">
                <a16:creationId xmlns:a16="http://schemas.microsoft.com/office/drawing/2014/main" id="{EA380647-9208-7BF5-8666-64D0179AEF9B}"/>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20" name="Slide Number Placeholder 5">
            <a:extLst>
              <a:ext uri="{FF2B5EF4-FFF2-40B4-BE49-F238E27FC236}">
                <a16:creationId xmlns:a16="http://schemas.microsoft.com/office/drawing/2014/main" id="{B92239D4-40F1-CD60-049A-FCE6E1C7100A}"/>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6000"/>
            </a:lvl1pPr>
          </a:lstStyle>
          <a:p>
            <a:r>
              <a:rPr lang="en-US"/>
              <a:t>Click to edit Master title style</a:t>
            </a:r>
          </a:p>
        </p:txBody>
      </p:sp>
    </p:spTree>
    <p:extLst>
      <p:ext uri="{BB962C8B-B14F-4D97-AF65-F5344CB8AC3E}">
        <p14:creationId xmlns:p14="http://schemas.microsoft.com/office/powerpoint/2010/main" val="353962987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Title Slide with Picture Layout">
    <p:bg>
      <p:bgPr>
        <a:solidFill>
          <a:schemeClr val="accent2"/>
        </a:solidFill>
        <a:effectLst/>
      </p:bgPr>
    </p:bg>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E09AA4F6-9CBF-53A8-8FE8-0BAB0E7DC989}"/>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Shape">
            <a:extLst>
              <a:ext uri="{FF2B5EF4-FFF2-40B4-BE49-F238E27FC236}">
                <a16:creationId xmlns:a16="http://schemas.microsoft.com/office/drawing/2014/main" id="{CBE4E0BD-29C0-46EA-4A2D-401DD12AEC12}"/>
              </a:ext>
            </a:extLst>
          </p:cNvPr>
          <p:cNvSpPr/>
          <p:nvPr/>
        </p:nvSpPr>
        <p:spPr>
          <a:xfrm>
            <a:off x="858371" y="800100"/>
            <a:ext cx="10221119" cy="49530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00099"/>
            <a:ext cx="3834628" cy="4953001"/>
          </a:xfrm>
          <a:blipFill dpi="0" rotWithShape="1">
            <a:blip r:embed="rId2">
              <a:alphaModFix amt="70000"/>
            </a:blip>
            <a:srcRect/>
            <a:stretch>
              <a:fillRect/>
            </a:stretch>
          </a:blipFill>
          <a:ln w="25400">
            <a:solidFill>
              <a:schemeClr val="tx1"/>
            </a:solidFill>
          </a:ln>
        </p:spPr>
        <p:txBody>
          <a:bodyPr vert="horz" lIns="91440" tIns="0" rIns="0" bIns="0" rtlCol="0">
            <a:noAutofit/>
          </a:bodyPr>
          <a:lstStyle>
            <a:lvl1pPr>
              <a:defRPr lang="en-US" sz="2400" b="0" i="0" noProof="0">
                <a:solidFill>
                  <a:schemeClr val="tx1"/>
                </a:solidFill>
              </a:defRPr>
            </a:lvl1pPr>
          </a:lstStyle>
          <a:p>
            <a:pPr marL="0" lvl="0" indent="0">
              <a:lnSpc>
                <a:spcPct val="150000"/>
              </a:lnSpc>
              <a:buFontTx/>
              <a:buNone/>
            </a:pPr>
            <a:r>
              <a:rPr lang="en-US" noProof="0"/>
              <a:t>Click icon to add picture</a:t>
            </a:r>
            <a:endParaRPr lang="en-US" noProof="0" dirty="0"/>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a:noAutofit/>
          </a:bodyPr>
          <a:lstStyle>
            <a:lvl1pPr marL="54864"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463040" y="1280160"/>
            <a:ext cx="4873752" cy="2670048"/>
          </a:xfrm>
        </p:spPr>
        <p:txBody>
          <a:bodyPr anchor="b">
            <a:noAutofit/>
          </a:bodyPr>
          <a:lstStyle>
            <a:lvl1pPr marL="0" indent="0" algn="l">
              <a:lnSpc>
                <a:spcPct val="90000"/>
              </a:lnSpc>
              <a:defRPr sz="6000"/>
            </a:lvl1pPr>
          </a:lstStyle>
          <a:p>
            <a:r>
              <a:rPr lang="en-US" noProof="0"/>
              <a:t>Click to edit Master title style</a:t>
            </a:r>
            <a:endParaRPr lang="en-US" noProof="0" dirty="0"/>
          </a:p>
        </p:txBody>
      </p:sp>
    </p:spTree>
    <p:extLst>
      <p:ext uri="{BB962C8B-B14F-4D97-AF65-F5344CB8AC3E}">
        <p14:creationId xmlns:p14="http://schemas.microsoft.com/office/powerpoint/2010/main" val="137496557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ubble Number Layout">
    <p:bg>
      <p:bgPr>
        <a:solidFill>
          <a:schemeClr val="accent1"/>
        </a:solidFill>
        <a:effectLst/>
      </p:bgPr>
    </p:bg>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CE038D76-C98B-C544-C8F5-98AA9AC6A8FD}"/>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4" name="Footer Placeholder 4">
            <a:extLst>
              <a:ext uri="{FF2B5EF4-FFF2-40B4-BE49-F238E27FC236}">
                <a16:creationId xmlns:a16="http://schemas.microsoft.com/office/drawing/2014/main" id="{829F6992-15C0-D5E2-DF06-F2FB7C922107}"/>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7" name="Slide Number Placeholder 5">
            <a:extLst>
              <a:ext uri="{FF2B5EF4-FFF2-40B4-BE49-F238E27FC236}">
                <a16:creationId xmlns:a16="http://schemas.microsoft.com/office/drawing/2014/main" id="{93F7E5B6-B257-640D-0A25-27F9507E69B6}"/>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8" name="Shape">
            <a:extLst>
              <a:ext uri="{FF2B5EF4-FFF2-40B4-BE49-F238E27FC236}">
                <a16:creationId xmlns:a16="http://schemas.microsoft.com/office/drawing/2014/main" id="{5BDBB369-4213-AA70-D2DD-33F4E9E1F195}"/>
              </a:ext>
            </a:extLst>
          </p:cNvPr>
          <p:cNvSpPr/>
          <p:nvPr/>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0" name="Shape">
            <a:extLst>
              <a:ext uri="{FF2B5EF4-FFF2-40B4-BE49-F238E27FC236}">
                <a16:creationId xmlns:a16="http://schemas.microsoft.com/office/drawing/2014/main" id="{3BF27898-0ACC-24EB-589A-96F29C94157A}"/>
              </a:ext>
            </a:extLst>
          </p:cNvPr>
          <p:cNvSpPr/>
          <p:nvPr/>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62CA34BE-87A5-8F47-C395-886E6870CF67}"/>
              </a:ext>
            </a:extLst>
          </p:cNvPr>
          <p:cNvSpPr/>
          <p:nvPr/>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E432D5F8-7F62-B5A0-F3AC-814BFBEEB0ED}"/>
              </a:ext>
            </a:extLst>
          </p:cNvPr>
          <p:cNvSpPr/>
          <p:nvPr/>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6" name="Shape">
            <a:extLst>
              <a:ext uri="{FF2B5EF4-FFF2-40B4-BE49-F238E27FC236}">
                <a16:creationId xmlns:a16="http://schemas.microsoft.com/office/drawing/2014/main" id="{FBCE3915-CF40-BF29-2DBB-D9F447CC7555}"/>
              </a:ext>
            </a:extLst>
          </p:cNvPr>
          <p:cNvSpPr/>
          <p:nvPr/>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1" name="Text Placeholder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2" name="Text Placeholder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3" name="Text Placeholder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4" name="Text Placeholder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5" name="Text Placeholder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7" name="Text Placeholder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8" name="Text Placeholder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9" name="Text Placeholder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0" name="Text Placeholder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1" name="Text Placeholder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01190571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Right Aligned Photo Layout">
    <p:bg>
      <p:bgPr>
        <a:solidFill>
          <a:schemeClr val="tx2"/>
        </a:solidFill>
        <a:effectLst/>
      </p:bgPr>
    </p:bg>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F51DD675-2DC4-A4BE-C624-3048A2E666B7}"/>
              </a:ext>
            </a:extLst>
          </p:cNvPr>
          <p:cNvSpPr/>
          <p:nvPr/>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A0952ED0-9FCB-B6D2-E806-E2663B8961D0}"/>
              </a:ext>
            </a:extLst>
          </p:cNvPr>
          <p:cNvSpPr/>
          <p:nvPr/>
        </p:nvSpPr>
        <p:spPr>
          <a:xfrm>
            <a:off x="600338" y="782757"/>
            <a:ext cx="6957749" cy="5061732"/>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Picture Placeholder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blipFill dpi="0" rotWithShape="1">
            <a:blip r:embed="rId2">
              <a:alphaModFix amt="70000"/>
            </a:blip>
            <a:srcRect/>
            <a:stretch>
              <a:fillRect/>
            </a:stretch>
          </a:blipFill>
        </p:spPr>
        <p:txBody>
          <a:bodyPr vert="horz" lIns="91440" tIns="0" rIns="0" bIns="0" rtlCol="0">
            <a:noAutofit/>
          </a:bodyPr>
          <a:lstStyle>
            <a:lvl1pPr>
              <a:defRPr lang="en-US" sz="2400" b="0" i="0" noProof="0"/>
            </a:lvl1pPr>
          </a:lstStyle>
          <a:p>
            <a:pPr marL="0" lvl="0" indent="0">
              <a:lnSpc>
                <a:spcPct val="150000"/>
              </a:lnSpc>
              <a:buFontTx/>
              <a:buNone/>
            </a:pPr>
            <a:r>
              <a:rPr lang="en-US" noProof="0"/>
              <a:t>Click icon to add picture</a:t>
            </a:r>
            <a:endParaRPr lang="en-US" noProof="0" dirty="0"/>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a:lstStyle>
            <a:lvl1pPr marL="54864"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163828"/>
          </a:xfrm>
        </p:spPr>
        <p:txBody>
          <a:bodyPr/>
          <a:lstStyle>
            <a:lvl1pPr algn="l">
              <a:lnSpc>
                <a:spcPct val="90000"/>
              </a:lnSpc>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16252663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Bubble Photo Layout">
    <p:bg>
      <p:bgPr>
        <a:solidFill>
          <a:schemeClr val="accent4"/>
        </a:solidFill>
        <a:effectLst/>
      </p:bgPr>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59728BD5-0C25-387C-A8D3-1645AD8D2F7C}"/>
              </a:ext>
            </a:extLst>
          </p:cNvPr>
          <p:cNvSpPr/>
          <p:nvPr userDrawn="1"/>
        </p:nvSpPr>
        <p:spPr>
          <a:xfrm>
            <a:off x="5648341"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5" name="Picture Placeholder 9">
            <a:extLst>
              <a:ext uri="{FF2B5EF4-FFF2-40B4-BE49-F238E27FC236}">
                <a16:creationId xmlns:a16="http://schemas.microsoft.com/office/drawing/2014/main" id="{9A7884F3-D430-A6C2-51B2-E1B6E85D9419}"/>
              </a:ext>
            </a:extLst>
          </p:cNvPr>
          <p:cNvSpPr>
            <a:spLocks noGrp="1" noChangeAspect="1"/>
          </p:cNvSpPr>
          <p:nvPr>
            <p:ph type="pic" sz="quarter" idx="11"/>
          </p:nvPr>
        </p:nvSpPr>
        <p:spPr>
          <a:xfrm>
            <a:off x="5547868" y="388874"/>
            <a:ext cx="5897880" cy="5897880"/>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a:lvl1pPr>
          </a:lstStyle>
          <a:p>
            <a:pPr marL="0" lvl="0" indent="0">
              <a:lnSpc>
                <a:spcPct val="150000"/>
              </a:lnSpc>
              <a:buFontTx/>
              <a:buNone/>
            </a:pPr>
            <a:r>
              <a:rPr lang="en-US" noProof="0"/>
              <a:t>Click icon to add picture</a:t>
            </a:r>
            <a:endParaRPr lang="en-US" noProof="0" dirty="0"/>
          </a:p>
        </p:txBody>
      </p:sp>
      <p:sp>
        <p:nvSpPr>
          <p:cNvPr id="3" name="Text Placeholder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2" name="Titl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p>
        </p:txBody>
      </p:sp>
    </p:spTree>
    <p:extLst>
      <p:ext uri="{BB962C8B-B14F-4D97-AF65-F5344CB8AC3E}">
        <p14:creationId xmlns:p14="http://schemas.microsoft.com/office/powerpoint/2010/main" val="144968099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eam x4">
    <p:bg>
      <p:bgPr>
        <a:solidFill>
          <a:schemeClr val="tx2"/>
        </a:solidFill>
        <a:effectLst/>
      </p:bgPr>
    </p:bg>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E21113D2-FC9F-27EC-7A45-E8F7695D1407}"/>
              </a:ext>
            </a:extLst>
          </p:cNvPr>
          <p:cNvSpPr/>
          <p:nvPr/>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AD0B836B-7152-D6F5-7044-4B3B321454F5}"/>
              </a:ext>
            </a:extLst>
          </p:cNvPr>
          <p:cNvSpPr/>
          <p:nvPr/>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65518B88-F549-D8C7-0CD2-91E7CABE5E13}"/>
              </a:ext>
            </a:extLst>
          </p:cNvPr>
          <p:cNvSpPr/>
          <p:nvPr/>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EF098B7F-7320-E28C-D4A0-9C0D6072BDA7}"/>
              </a:ext>
            </a:extLst>
          </p:cNvPr>
          <p:cNvSpPr/>
          <p:nvPr/>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6" name="Date Placeholder 3">
            <a:extLst>
              <a:ext uri="{FF2B5EF4-FFF2-40B4-BE49-F238E27FC236}">
                <a16:creationId xmlns:a16="http://schemas.microsoft.com/office/drawing/2014/main" id="{D3F14087-C251-E7D5-3CEB-B94352D84E6F}"/>
              </a:ext>
            </a:extLst>
          </p:cNvPr>
          <p:cNvSpPr>
            <a:spLocks noGrp="1"/>
          </p:cNvSpPr>
          <p:nvPr>
            <p:ph type="dt" sz="half" idx="2"/>
          </p:nvPr>
        </p:nvSpPr>
        <p:spPr>
          <a:xfrm>
            <a:off x="612647" y="6453002"/>
            <a:ext cx="3494314" cy="365125"/>
          </a:xfrm>
          <a:prstGeom prst="rect">
            <a:avLst/>
          </a:prstGeom>
        </p:spPr>
        <p:txBody>
          <a:bodyPr/>
          <a:lstStyle>
            <a:lvl1pPr>
              <a:defRPr sz="1200">
                <a:solidFill>
                  <a:schemeClr val="bg1"/>
                </a:solidFill>
              </a:defRPr>
            </a:lvl1pPr>
          </a:lstStyle>
          <a:p>
            <a:endParaRPr lang="en-US" dirty="0"/>
          </a:p>
        </p:txBody>
      </p:sp>
      <p:sp>
        <p:nvSpPr>
          <p:cNvPr id="8" name="Footer Placeholder 4">
            <a:extLst>
              <a:ext uri="{FF2B5EF4-FFF2-40B4-BE49-F238E27FC236}">
                <a16:creationId xmlns:a16="http://schemas.microsoft.com/office/drawing/2014/main" id="{F4B2518B-6182-8D2D-813F-AFC9F68ADA64}"/>
              </a:ext>
            </a:extLst>
          </p:cNvPr>
          <p:cNvSpPr>
            <a:spLocks noGrp="1"/>
          </p:cNvSpPr>
          <p:nvPr>
            <p:ph type="ftr" sz="quarter" idx="3"/>
          </p:nvPr>
        </p:nvSpPr>
        <p:spPr>
          <a:xfrm>
            <a:off x="8394504" y="6453002"/>
            <a:ext cx="2805405" cy="365125"/>
          </a:xfrm>
          <a:prstGeom prst="rect">
            <a:avLst/>
          </a:prstGeom>
        </p:spPr>
        <p:txBody>
          <a:bodyPr/>
          <a:lstStyle>
            <a:lvl1pPr>
              <a:defRPr sz="1200">
                <a:solidFill>
                  <a:schemeClr val="bg1"/>
                </a:solidFill>
              </a:defRPr>
            </a:lvl1pPr>
          </a:lstStyle>
          <a:p>
            <a:endParaRPr lang="en-US" dirty="0"/>
          </a:p>
        </p:txBody>
      </p:sp>
      <p:sp>
        <p:nvSpPr>
          <p:cNvPr id="10" name="Slide Number Placeholder 5">
            <a:extLst>
              <a:ext uri="{FF2B5EF4-FFF2-40B4-BE49-F238E27FC236}">
                <a16:creationId xmlns:a16="http://schemas.microsoft.com/office/drawing/2014/main" id="{36D224B4-8A41-A69B-813F-9ADC38AF0061}"/>
              </a:ext>
            </a:extLst>
          </p:cNvPr>
          <p:cNvSpPr>
            <a:spLocks noGrp="1"/>
          </p:cNvSpPr>
          <p:nvPr>
            <p:ph type="sldNum" sz="quarter" idx="4"/>
          </p:nvPr>
        </p:nvSpPr>
        <p:spPr>
          <a:xfrm>
            <a:off x="11150145" y="6453002"/>
            <a:ext cx="429207" cy="365125"/>
          </a:xfrm>
          <a:prstGeom prst="rect">
            <a:avLst/>
          </a:prstGeom>
        </p:spPr>
        <p:txBody>
          <a:bodyPr/>
          <a:lstStyle>
            <a:lvl1pPr>
              <a:defRPr sz="1200">
                <a:solidFill>
                  <a:schemeClr val="bg1"/>
                </a:solidFill>
              </a:defRPr>
            </a:lvl1pPr>
          </a:lstStyle>
          <a:p>
            <a:fld id="{CC057153-B650-4DEB-B370-79DDCFDCE934}" type="slidenum">
              <a:rPr lang="en-US" smtClean="0"/>
              <a:pPr/>
              <a:t>‹#›</a:t>
            </a:fld>
            <a:endParaRPr lang="en-US" dirty="0"/>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1"/>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blipFill>
            <a:blip r:embed="rId2">
              <a:alphaModFix amt="70000"/>
            </a:blip>
            <a:stretch>
              <a:fillRect/>
            </a:stretch>
          </a:blipFill>
          <a:ln w="25400">
            <a:solidFill>
              <a:schemeClr val="tx1">
                <a:alpha val="70000"/>
              </a:schemeClr>
            </a:solidFill>
          </a:ln>
        </p:spPr>
        <p:txBody>
          <a:bodyPr anchor="ctr"/>
          <a:lstStyle>
            <a:lvl1pPr marL="0" indent="0" algn="ctr">
              <a:buNone/>
              <a:defRPr sz="1600"/>
            </a:lvl1pPr>
          </a:lstStyle>
          <a:p>
            <a:r>
              <a:rPr lang="en-US" noProof="0"/>
              <a:t>Click icon to add picture</a:t>
            </a:r>
            <a:endParaRPr lang="en-US" noProof="0" dirty="0"/>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89897"/>
            <a:ext cx="2514600" cy="338328"/>
          </a:xfrm>
        </p:spPr>
        <p:txBody>
          <a:bodyPr>
            <a:normAutofit/>
          </a:bodyPr>
          <a:lstStyle>
            <a:lvl1pPr marL="0" indent="0" algn="ctr">
              <a:lnSpc>
                <a:spcPct val="100000"/>
              </a:lnSpc>
              <a:spcBef>
                <a:spcPts val="0"/>
              </a:spcBef>
              <a:buNone/>
              <a:defRPr sz="14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1"/>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blipFill>
            <a:blip r:embed="rId2">
              <a:alphaModFix amt="70000"/>
            </a:blip>
            <a:stretch>
              <a:fillRect/>
            </a:stretch>
          </a:blipFill>
          <a:ln w="25400">
            <a:solidFill>
              <a:schemeClr val="tx1">
                <a:alpha val="70000"/>
              </a:schemeClr>
            </a:solidFill>
          </a:ln>
        </p:spPr>
        <p:txBody>
          <a:bodyPr vert="horz" lIns="91440" tIns="45720" rIns="91440" bIns="45720" rtlCol="0" anchor="ctr">
            <a:normAutofit/>
          </a:bodyPr>
          <a:lstStyle>
            <a:lvl1pPr>
              <a:defRPr lang="en-US" sz="1600" noProof="0" dirty="0"/>
            </a:lvl1pPr>
          </a:lstStyle>
          <a:p>
            <a:pPr marL="0" lvl="0" indent="0" algn="ctr">
              <a:buNone/>
            </a:pPr>
            <a:r>
              <a:rPr lang="en-US" noProof="0"/>
              <a:t>Click icon to add picture</a:t>
            </a:r>
            <a:endParaRPr lang="en-US" noProof="0" dirty="0"/>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89897"/>
            <a:ext cx="2514600" cy="338328"/>
          </a:xfrm>
        </p:spPr>
        <p:txBody>
          <a:bodyPr>
            <a:normAutofit/>
          </a:bodyPr>
          <a:lstStyle>
            <a:lvl1pPr marL="0" indent="0" algn="ctr">
              <a:lnSpc>
                <a:spcPct val="100000"/>
              </a:lnSpc>
              <a:spcBef>
                <a:spcPts val="0"/>
              </a:spcBef>
              <a:buNone/>
              <a:defRPr sz="14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1"/>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blipFill>
            <a:blip r:embed="rId2">
              <a:alphaModFix amt="70000"/>
            </a:blip>
            <a:stretch>
              <a:fillRect/>
            </a:stretch>
          </a:blipFill>
          <a:ln w="25400">
            <a:solidFill>
              <a:schemeClr val="tx1">
                <a:alpha val="70000"/>
              </a:schemeClr>
            </a:solidFill>
          </a:ln>
        </p:spPr>
        <p:txBody>
          <a:bodyPr vert="horz" lIns="91440" tIns="45720" rIns="91440" bIns="45720" rtlCol="0" anchor="ctr">
            <a:normAutofit/>
          </a:bodyPr>
          <a:lstStyle>
            <a:lvl1pPr>
              <a:defRPr lang="en-US" sz="1600" noProof="0" dirty="0"/>
            </a:lvl1pPr>
          </a:lstStyle>
          <a:p>
            <a:pPr marL="0" lvl="0" indent="0" algn="ctr">
              <a:buNone/>
            </a:pPr>
            <a:r>
              <a:rPr lang="en-US" noProof="0"/>
              <a:t>Click icon to add picture</a:t>
            </a:r>
            <a:endParaRPr lang="en-US" noProof="0" dirty="0"/>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89897"/>
            <a:ext cx="2514600" cy="338328"/>
          </a:xfrm>
        </p:spPr>
        <p:txBody>
          <a:bodyPr>
            <a:normAutofit/>
          </a:bodyPr>
          <a:lstStyle>
            <a:lvl1pPr marL="0" indent="0" algn="ctr">
              <a:lnSpc>
                <a:spcPct val="100000"/>
              </a:lnSpc>
              <a:spcBef>
                <a:spcPts val="0"/>
              </a:spcBef>
              <a:buNone/>
              <a:defRPr sz="14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1"/>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blipFill>
            <a:blip r:embed="rId2">
              <a:alphaModFix amt="70000"/>
            </a:blip>
            <a:stretch>
              <a:fillRect/>
            </a:stretch>
          </a:blipFill>
          <a:ln w="25400">
            <a:solidFill>
              <a:schemeClr val="tx1">
                <a:alpha val="70000"/>
              </a:schemeClr>
            </a:solidFill>
          </a:ln>
        </p:spPr>
        <p:txBody>
          <a:bodyPr vert="horz" lIns="91440" tIns="45720" rIns="91440" bIns="45720" rtlCol="0" anchor="ctr">
            <a:normAutofit/>
          </a:bodyPr>
          <a:lstStyle>
            <a:lvl1pPr>
              <a:defRPr lang="en-US" sz="1600" noProof="0"/>
            </a:lvl1pPr>
          </a:lstStyle>
          <a:p>
            <a:pPr marL="0" lvl="0" indent="0" algn="ctr">
              <a:buNone/>
            </a:pPr>
            <a:r>
              <a:rPr lang="en-US" noProof="0"/>
              <a:t>Click icon to add picture</a:t>
            </a:r>
            <a:endParaRPr lang="en-US" noProof="0" dirty="0"/>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89897"/>
            <a:ext cx="2514600" cy="338328"/>
          </a:xfrm>
        </p:spPr>
        <p:txBody>
          <a:bodyPr>
            <a:normAutofit/>
          </a:bodyPr>
          <a:lstStyle>
            <a:lvl1pPr marL="0" indent="0" algn="ctr">
              <a:lnSpc>
                <a:spcPct val="100000"/>
              </a:lnSpc>
              <a:spcBef>
                <a:spcPts val="0"/>
              </a:spcBef>
              <a:buNone/>
              <a:defRPr sz="1400"/>
            </a:lvl1pPr>
          </a:lstStyle>
          <a:p>
            <a:pPr lvl="0"/>
            <a:r>
              <a:rPr lang="en-US" noProof="0"/>
              <a:t>Click to edit Master text styles</a:t>
            </a:r>
          </a:p>
        </p:txBody>
      </p:sp>
      <p:sp>
        <p:nvSpPr>
          <p:cNvPr id="3" name="Title 1">
            <a:extLst>
              <a:ext uri="{FF2B5EF4-FFF2-40B4-BE49-F238E27FC236}">
                <a16:creationId xmlns:a16="http://schemas.microsoft.com/office/drawing/2014/main" id="{3734335C-F51C-31D5-364F-1D05EDE82E6E}"/>
              </a:ext>
            </a:extLst>
          </p:cNvPr>
          <p:cNvSpPr>
            <a:spLocks noGrp="1"/>
          </p:cNvSpPr>
          <p:nvPr>
            <p:ph type="title"/>
          </p:nvPr>
        </p:nvSpPr>
        <p:spPr>
          <a:xfrm>
            <a:off x="609600" y="547396"/>
            <a:ext cx="10745788" cy="1143292"/>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84716352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eam x8">
    <p:bg>
      <p:bgPr>
        <a:solidFill>
          <a:schemeClr val="accent2"/>
        </a:solidFill>
        <a:effectLst/>
      </p:bgPr>
    </p:bg>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559D8666-7371-3C57-AFFE-49810709BDDB}"/>
              </a:ext>
            </a:extLst>
          </p:cNvPr>
          <p:cNvSpPr/>
          <p:nvPr/>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434B564B-DE03-74A6-773C-0FD4632658D1}"/>
              </a:ext>
            </a:extLst>
          </p:cNvPr>
          <p:cNvSpPr/>
          <p:nvPr/>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5" name="Shape">
            <a:extLst>
              <a:ext uri="{FF2B5EF4-FFF2-40B4-BE49-F238E27FC236}">
                <a16:creationId xmlns:a16="http://schemas.microsoft.com/office/drawing/2014/main" id="{A98F51D8-7768-BB9C-DEFD-FE6F101B538B}"/>
              </a:ext>
            </a:extLst>
          </p:cNvPr>
          <p:cNvSpPr/>
          <p:nvPr/>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7" name="Shape">
            <a:extLst>
              <a:ext uri="{FF2B5EF4-FFF2-40B4-BE49-F238E27FC236}">
                <a16:creationId xmlns:a16="http://schemas.microsoft.com/office/drawing/2014/main" id="{824DDB7E-F583-BE45-8440-04134133EF5E}"/>
              </a:ext>
            </a:extLst>
          </p:cNvPr>
          <p:cNvSpPr/>
          <p:nvPr/>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9" name="Shape">
            <a:extLst>
              <a:ext uri="{FF2B5EF4-FFF2-40B4-BE49-F238E27FC236}">
                <a16:creationId xmlns:a16="http://schemas.microsoft.com/office/drawing/2014/main" id="{3AB34327-1213-C6F7-069A-661286889411}"/>
              </a:ext>
            </a:extLst>
          </p:cNvPr>
          <p:cNvSpPr/>
          <p:nvPr/>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1" name="Shape">
            <a:extLst>
              <a:ext uri="{FF2B5EF4-FFF2-40B4-BE49-F238E27FC236}">
                <a16:creationId xmlns:a16="http://schemas.microsoft.com/office/drawing/2014/main" id="{B6BF1339-971D-E8EC-9A92-C646A04A9796}"/>
              </a:ext>
            </a:extLst>
          </p:cNvPr>
          <p:cNvSpPr/>
          <p:nvPr/>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4" name="Shape">
            <a:extLst>
              <a:ext uri="{FF2B5EF4-FFF2-40B4-BE49-F238E27FC236}">
                <a16:creationId xmlns:a16="http://schemas.microsoft.com/office/drawing/2014/main" id="{2C16FE32-0722-CA1D-92A1-77B7780BDE81}"/>
              </a:ext>
            </a:extLst>
          </p:cNvPr>
          <p:cNvSpPr/>
          <p:nvPr/>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7" name="Shape">
            <a:extLst>
              <a:ext uri="{FF2B5EF4-FFF2-40B4-BE49-F238E27FC236}">
                <a16:creationId xmlns:a16="http://schemas.microsoft.com/office/drawing/2014/main" id="{A3D368EA-D182-9937-D248-E4051379E257}"/>
              </a:ext>
            </a:extLst>
          </p:cNvPr>
          <p:cNvSpPr/>
          <p:nvPr/>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p>
        </p:txBody>
      </p:sp>
      <p:sp>
        <p:nvSpPr>
          <p:cNvPr id="46" name="Text Placeholder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7" name="Picture Placeholder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47" name="Text Placeholder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p>
        </p:txBody>
      </p:sp>
      <p:sp>
        <p:nvSpPr>
          <p:cNvPr id="48" name="Text Placeholder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49" name="Picture Placeholder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50" name="Text Placeholder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p>
        </p:txBody>
      </p:sp>
      <p:sp>
        <p:nvSpPr>
          <p:cNvPr id="51" name="Text Placeholder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2" name="Picture Placeholder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53" name="Text Placeholder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p>
        </p:txBody>
      </p:sp>
      <p:sp>
        <p:nvSpPr>
          <p:cNvPr id="54" name="Text Placeholder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1"/>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5" name="Picture Placeholder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blipFill>
            <a:blip r:embed="rId2">
              <a:alphaModFix amt="70000"/>
            </a:blip>
            <a:stretch>
              <a:fillRect/>
            </a:stretch>
          </a:blipFill>
          <a:ln w="25400">
            <a:solidFill>
              <a:schemeClr val="tx1"/>
            </a:solidFill>
          </a:ln>
        </p:spPr>
        <p:txBody>
          <a:bodyPr anchor="ctr"/>
          <a:lstStyle>
            <a:lvl1pPr marL="0" indent="0" algn="ctr">
              <a:buNone/>
              <a:defRPr sz="1600"/>
            </a:lvl1pPr>
          </a:lstStyle>
          <a:p>
            <a:r>
              <a:rPr lang="en-US" noProof="0"/>
              <a:t>Click icon to add picture</a:t>
            </a:r>
            <a:endParaRPr lang="en-US" noProof="0" dirty="0"/>
          </a:p>
        </p:txBody>
      </p:sp>
      <p:sp>
        <p:nvSpPr>
          <p:cNvPr id="56" name="Text Placeholder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p>
        </p:txBody>
      </p:sp>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tx1"/>
                </a:solidFill>
              </a:defRPr>
            </a:lvl1pPr>
          </a:lstStyle>
          <a:p>
            <a:r>
              <a:rPr lang="en-US" noProof="0"/>
              <a:t>Click to edit Master title style</a:t>
            </a:r>
          </a:p>
        </p:txBody>
      </p:sp>
    </p:spTree>
    <p:extLst>
      <p:ext uri="{BB962C8B-B14F-4D97-AF65-F5344CB8AC3E}">
        <p14:creationId xmlns:p14="http://schemas.microsoft.com/office/powerpoint/2010/main" val="333608097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List">
    <p:bg>
      <p:bgPr>
        <a:solidFill>
          <a:schemeClr val="accent4"/>
        </a:solidFill>
        <a:effectLst/>
      </p:bgPr>
    </p:bg>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1A52F175-2E39-E9BE-B4DF-67098DB248AA}"/>
              </a:ext>
            </a:extLst>
          </p:cNvPr>
          <p:cNvSpPr/>
          <p:nvPr/>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accent2"/>
              </a:solidFill>
              <a:latin typeface="+mj-lt"/>
              <a:ea typeface="Karla"/>
              <a:cs typeface="Karla"/>
              <a:sym typeface="Karla"/>
            </a:endParaRPr>
          </a:p>
        </p:txBody>
      </p:sp>
      <p:sp>
        <p:nvSpPr>
          <p:cNvPr id="9" name="Shape">
            <a:extLst>
              <a:ext uri="{FF2B5EF4-FFF2-40B4-BE49-F238E27FC236}">
                <a16:creationId xmlns:a16="http://schemas.microsoft.com/office/drawing/2014/main" id="{CE3B3000-733D-1995-D39A-E659E5A429CC}"/>
              </a:ext>
            </a:extLst>
          </p:cNvPr>
          <p:cNvSpPr/>
          <p:nvPr/>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11" name="Shape">
            <a:extLst>
              <a:ext uri="{FF2B5EF4-FFF2-40B4-BE49-F238E27FC236}">
                <a16:creationId xmlns:a16="http://schemas.microsoft.com/office/drawing/2014/main" id="{F1BC0AB2-17DA-D97E-3052-DA48D80F7428}"/>
              </a:ext>
            </a:extLst>
          </p:cNvPr>
          <p:cNvSpPr/>
          <p:nvPr/>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13" name="Shape">
            <a:extLst>
              <a:ext uri="{FF2B5EF4-FFF2-40B4-BE49-F238E27FC236}">
                <a16:creationId xmlns:a16="http://schemas.microsoft.com/office/drawing/2014/main" id="{C860490F-E3DB-3E9F-0AC6-F04949DC59C3}"/>
              </a:ext>
            </a:extLst>
          </p:cNvPr>
          <p:cNvSpPr/>
          <p:nvPr/>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15" name="Shape">
            <a:extLst>
              <a:ext uri="{FF2B5EF4-FFF2-40B4-BE49-F238E27FC236}">
                <a16:creationId xmlns:a16="http://schemas.microsoft.com/office/drawing/2014/main" id="{522E5778-EA03-EFC4-08AA-ECB1C07ED56E}"/>
              </a:ext>
            </a:extLst>
          </p:cNvPr>
          <p:cNvSpPr/>
          <p:nvPr/>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17" name="Shape">
            <a:extLst>
              <a:ext uri="{FF2B5EF4-FFF2-40B4-BE49-F238E27FC236}">
                <a16:creationId xmlns:a16="http://schemas.microsoft.com/office/drawing/2014/main" id="{EEA0BE49-92E1-A1A3-40E0-DDAA5511F637}"/>
              </a:ext>
            </a:extLst>
          </p:cNvPr>
          <p:cNvSpPr/>
          <p:nvPr/>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9" name="Shape">
            <a:extLst>
              <a:ext uri="{FF2B5EF4-FFF2-40B4-BE49-F238E27FC236}">
                <a16:creationId xmlns:a16="http://schemas.microsoft.com/office/drawing/2014/main" id="{DF15F1EC-1D2B-FF49-7785-26BC7083A07C}"/>
              </a:ext>
            </a:extLst>
          </p:cNvPr>
          <p:cNvSpPr/>
          <p:nvPr/>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1" name="Shape">
            <a:extLst>
              <a:ext uri="{FF2B5EF4-FFF2-40B4-BE49-F238E27FC236}">
                <a16:creationId xmlns:a16="http://schemas.microsoft.com/office/drawing/2014/main" id="{BE3FDD69-3D60-CF6B-97A3-7B2C1AE3100A}"/>
              </a:ext>
            </a:extLst>
          </p:cNvPr>
          <p:cNvSpPr/>
          <p:nvPr/>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3" name="Shape">
            <a:extLst>
              <a:ext uri="{FF2B5EF4-FFF2-40B4-BE49-F238E27FC236}">
                <a16:creationId xmlns:a16="http://schemas.microsoft.com/office/drawing/2014/main" id="{E3BB1E5B-DA10-B332-D4B8-D551C3053C53}"/>
              </a:ext>
            </a:extLst>
          </p:cNvPr>
          <p:cNvSpPr/>
          <p:nvPr/>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5" name="Shape">
            <a:extLst>
              <a:ext uri="{FF2B5EF4-FFF2-40B4-BE49-F238E27FC236}">
                <a16:creationId xmlns:a16="http://schemas.microsoft.com/office/drawing/2014/main" id="{8D887B7F-9EBA-E7B8-64CE-5EAB1DF08E19}"/>
              </a:ext>
            </a:extLst>
          </p:cNvPr>
          <p:cNvSpPr/>
          <p:nvPr/>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7" name="Shape">
            <a:extLst>
              <a:ext uri="{FF2B5EF4-FFF2-40B4-BE49-F238E27FC236}">
                <a16:creationId xmlns:a16="http://schemas.microsoft.com/office/drawing/2014/main" id="{5AC86C31-7E67-B4EC-1AE0-291ED77F2214}"/>
              </a:ext>
            </a:extLst>
          </p:cNvPr>
          <p:cNvSpPr/>
          <p:nvPr/>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29" name="Shape">
            <a:extLst>
              <a:ext uri="{FF2B5EF4-FFF2-40B4-BE49-F238E27FC236}">
                <a16:creationId xmlns:a16="http://schemas.microsoft.com/office/drawing/2014/main" id="{A7BF8E2B-5184-B584-D484-7D82C9DA6C41}"/>
              </a:ext>
            </a:extLst>
          </p:cNvPr>
          <p:cNvSpPr/>
          <p:nvPr/>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31" name="Shape">
            <a:extLst>
              <a:ext uri="{FF2B5EF4-FFF2-40B4-BE49-F238E27FC236}">
                <a16:creationId xmlns:a16="http://schemas.microsoft.com/office/drawing/2014/main" id="{9E808B73-94D7-57E7-3837-3DA718162E5B}"/>
              </a:ext>
            </a:extLst>
          </p:cNvPr>
          <p:cNvSpPr/>
          <p:nvPr/>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33" name="Shape">
            <a:extLst>
              <a:ext uri="{FF2B5EF4-FFF2-40B4-BE49-F238E27FC236}">
                <a16:creationId xmlns:a16="http://schemas.microsoft.com/office/drawing/2014/main" id="{F340E0DF-98FD-EA55-7B4B-8E58FC5CFCDA}"/>
              </a:ext>
            </a:extLst>
          </p:cNvPr>
          <p:cNvSpPr/>
          <p:nvPr/>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35" name="Shape">
            <a:extLst>
              <a:ext uri="{FF2B5EF4-FFF2-40B4-BE49-F238E27FC236}">
                <a16:creationId xmlns:a16="http://schemas.microsoft.com/office/drawing/2014/main" id="{1F52D7F5-AD34-C5B1-EEA2-F711AD3A8C3F}"/>
              </a:ext>
            </a:extLst>
          </p:cNvPr>
          <p:cNvSpPr/>
          <p:nvPr/>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mj-lt"/>
              <a:ea typeface="Karla"/>
              <a:cs typeface="Karla"/>
              <a:sym typeface="Karla"/>
            </a:endParaRPr>
          </a:p>
        </p:txBody>
      </p:sp>
      <p:sp>
        <p:nvSpPr>
          <p:cNvPr id="37" name="Shape">
            <a:extLst>
              <a:ext uri="{FF2B5EF4-FFF2-40B4-BE49-F238E27FC236}">
                <a16:creationId xmlns:a16="http://schemas.microsoft.com/office/drawing/2014/main" id="{A4889AFC-C17E-6AF6-25D9-F977ACD04A9D}"/>
              </a:ext>
            </a:extLst>
          </p:cNvPr>
          <p:cNvSpPr/>
          <p:nvPr/>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39" name="Shape">
            <a:extLst>
              <a:ext uri="{FF2B5EF4-FFF2-40B4-BE49-F238E27FC236}">
                <a16:creationId xmlns:a16="http://schemas.microsoft.com/office/drawing/2014/main" id="{5E0F6889-9671-EA56-B88B-DBA6C149062C}"/>
              </a:ext>
            </a:extLst>
          </p:cNvPr>
          <p:cNvSpPr/>
          <p:nvPr/>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1" name="Shape">
            <a:extLst>
              <a:ext uri="{FF2B5EF4-FFF2-40B4-BE49-F238E27FC236}">
                <a16:creationId xmlns:a16="http://schemas.microsoft.com/office/drawing/2014/main" id="{44CB8F8B-1D14-EA9D-117E-79BB0DB776E9}"/>
              </a:ext>
            </a:extLst>
          </p:cNvPr>
          <p:cNvSpPr/>
          <p:nvPr/>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3" name="Shape">
            <a:extLst>
              <a:ext uri="{FF2B5EF4-FFF2-40B4-BE49-F238E27FC236}">
                <a16:creationId xmlns:a16="http://schemas.microsoft.com/office/drawing/2014/main" id="{9D8D9DEA-F6DA-EFDC-5DDF-946728969392}"/>
              </a:ext>
            </a:extLst>
          </p:cNvPr>
          <p:cNvSpPr/>
          <p:nvPr/>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5" name="Shape">
            <a:extLst>
              <a:ext uri="{FF2B5EF4-FFF2-40B4-BE49-F238E27FC236}">
                <a16:creationId xmlns:a16="http://schemas.microsoft.com/office/drawing/2014/main" id="{5B83F600-A2A8-FC3E-235C-F63589027CEC}"/>
              </a:ext>
            </a:extLst>
          </p:cNvPr>
          <p:cNvSpPr/>
          <p:nvPr/>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47" name="Picture Placeholder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endParaRPr lang="en-US" noProof="0" dirty="0"/>
          </a:p>
        </p:txBody>
      </p:sp>
      <p:sp>
        <p:nvSpPr>
          <p:cNvPr id="53" name="Text Placeholder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p>
        </p:txBody>
      </p:sp>
      <p:sp>
        <p:nvSpPr>
          <p:cNvPr id="58" name="Text Placeholder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p>
        </p:txBody>
      </p:sp>
      <p:sp>
        <p:nvSpPr>
          <p:cNvPr id="48" name="Picture Placeholder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endParaRPr lang="en-US" noProof="0" dirty="0"/>
          </a:p>
        </p:txBody>
      </p:sp>
      <p:sp>
        <p:nvSpPr>
          <p:cNvPr id="54" name="Text Placeholder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p>
        </p:txBody>
      </p:sp>
      <p:sp>
        <p:nvSpPr>
          <p:cNvPr id="59" name="Text Placeholder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p>
        </p:txBody>
      </p:sp>
      <p:sp>
        <p:nvSpPr>
          <p:cNvPr id="49" name="Picture Placeholder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endParaRPr lang="en-US" noProof="0" dirty="0"/>
          </a:p>
        </p:txBody>
      </p:sp>
      <p:sp>
        <p:nvSpPr>
          <p:cNvPr id="55" name="Text Placeholder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p>
        </p:txBody>
      </p:sp>
      <p:sp>
        <p:nvSpPr>
          <p:cNvPr id="60" name="Text Placeholder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p>
        </p:txBody>
      </p:sp>
      <p:sp>
        <p:nvSpPr>
          <p:cNvPr id="50" name="Picture Placeholder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endParaRPr lang="en-US" noProof="0" dirty="0"/>
          </a:p>
        </p:txBody>
      </p:sp>
      <p:sp>
        <p:nvSpPr>
          <p:cNvPr id="56" name="Text Placeholder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p>
        </p:txBody>
      </p:sp>
      <p:sp>
        <p:nvSpPr>
          <p:cNvPr id="61" name="Text Placeholder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p>
        </p:txBody>
      </p:sp>
      <p:sp>
        <p:nvSpPr>
          <p:cNvPr id="51" name="Picture Placeholder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endParaRPr lang="en-US" noProof="0" dirty="0"/>
          </a:p>
        </p:txBody>
      </p:sp>
      <p:sp>
        <p:nvSpPr>
          <p:cNvPr id="57" name="Text Placeholder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p>
        </p:txBody>
      </p:sp>
      <p:sp>
        <p:nvSpPr>
          <p:cNvPr id="62" name="Text Placeholder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p>
        </p:txBody>
      </p:sp>
      <p:sp>
        <p:nvSpPr>
          <p:cNvPr id="2" name="Titl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p>
        </p:txBody>
      </p:sp>
    </p:spTree>
    <p:extLst>
      <p:ext uri="{BB962C8B-B14F-4D97-AF65-F5344CB8AC3E}">
        <p14:creationId xmlns:p14="http://schemas.microsoft.com/office/powerpoint/2010/main" val="26672578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Timeline">
    <p:bg>
      <p:bgPr>
        <a:solidFill>
          <a:schemeClr val="accent3"/>
        </a:solidFill>
        <a:effectLst/>
      </p:bgPr>
    </p:bg>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5240ABBF-9F6E-51C2-3600-798F3A8C4868}"/>
              </a:ext>
            </a:extLst>
          </p:cNvPr>
          <p:cNvSpPr/>
          <p:nvPr/>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0" name="Shape">
            <a:extLst>
              <a:ext uri="{FF2B5EF4-FFF2-40B4-BE49-F238E27FC236}">
                <a16:creationId xmlns:a16="http://schemas.microsoft.com/office/drawing/2014/main" id="{724FD7F3-2232-7463-6613-3EF2344BD063}"/>
              </a:ext>
            </a:extLst>
          </p:cNvPr>
          <p:cNvSpPr/>
          <p:nvPr/>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234E24BE-6EC9-C62B-1B5F-EBE5C279EF38}"/>
              </a:ext>
            </a:extLst>
          </p:cNvPr>
          <p:cNvSpPr/>
          <p:nvPr/>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F4987345-5BC3-6B09-35D1-118625B93B26}"/>
              </a:ext>
            </a:extLst>
          </p:cNvPr>
          <p:cNvSpPr/>
          <p:nvPr/>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6" name="Shape">
            <a:extLst>
              <a:ext uri="{FF2B5EF4-FFF2-40B4-BE49-F238E27FC236}">
                <a16:creationId xmlns:a16="http://schemas.microsoft.com/office/drawing/2014/main" id="{D24F97D8-E25C-583D-72FF-A9AD2A77A71F}"/>
              </a:ext>
            </a:extLst>
          </p:cNvPr>
          <p:cNvSpPr/>
          <p:nvPr/>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36" name="Text Placeholder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0" name="Text Placeholder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3" name="Text Placeholder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39" name="Text Placeholder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1" name="Text Placeholder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1482298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wo Content Layout">
    <p:bg>
      <p:bgPr>
        <a:solidFill>
          <a:schemeClr val="accent4"/>
        </a:solidFill>
        <a:effectLst/>
      </p:bgPr>
    </p:bg>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D76333E0-FAE0-3B63-28EE-BA834131593C}"/>
              </a:ext>
            </a:extLst>
          </p:cNvPr>
          <p:cNvSpPr/>
          <p:nvPr/>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B21F23CA-8996-2ED3-865E-9CBB7B3DEF01}"/>
              </a:ext>
            </a:extLst>
          </p:cNvPr>
          <p:cNvSpPr/>
          <p:nvPr/>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1"/>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1"/>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3" name="Date Placeholder 3">
            <a:extLst>
              <a:ext uri="{FF2B5EF4-FFF2-40B4-BE49-F238E27FC236}">
                <a16:creationId xmlns:a16="http://schemas.microsoft.com/office/drawing/2014/main" id="{9DA50BB5-0CDF-8326-B539-116EEDE9A821}"/>
              </a:ext>
            </a:extLst>
          </p:cNvPr>
          <p:cNvSpPr>
            <a:spLocks noGrp="1"/>
          </p:cNvSpPr>
          <p:nvPr>
            <p:ph type="dt" sz="half" idx="21"/>
          </p:nvPr>
        </p:nvSpPr>
        <p:spPr>
          <a:xfrm>
            <a:off x="612647" y="6453002"/>
            <a:ext cx="3494314" cy="365125"/>
          </a:xfrm>
          <a:prstGeom prst="rect">
            <a:avLst/>
          </a:prstGeom>
        </p:spPr>
        <p:txBody>
          <a:bodyPr/>
          <a:lstStyle>
            <a:lvl1pPr>
              <a:defRPr sz="1200"/>
            </a:lvl1pPr>
          </a:lstStyle>
          <a:p>
            <a:endParaRPr lang="en-US" dirty="0"/>
          </a:p>
        </p:txBody>
      </p:sp>
      <p:sp>
        <p:nvSpPr>
          <p:cNvPr id="6" name="Footer Placeholder 4">
            <a:extLst>
              <a:ext uri="{FF2B5EF4-FFF2-40B4-BE49-F238E27FC236}">
                <a16:creationId xmlns:a16="http://schemas.microsoft.com/office/drawing/2014/main" id="{0ED2B6BE-7306-4450-4F60-585913F449E7}"/>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8" name="Slide Number Placeholder 5">
            <a:extLst>
              <a:ext uri="{FF2B5EF4-FFF2-40B4-BE49-F238E27FC236}">
                <a16:creationId xmlns:a16="http://schemas.microsoft.com/office/drawing/2014/main" id="{FE738144-732E-DED6-70A4-61C7A10E3A64}"/>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96708232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hree Content Layout">
    <p:bg>
      <p:bgPr>
        <a:solidFill>
          <a:schemeClr val="accent4"/>
        </a:solidFill>
        <a:effectLst/>
      </p:bgPr>
    </p:bg>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D76333E0-FAE0-3B63-28EE-BA834131593C}"/>
              </a:ext>
            </a:extLst>
          </p:cNvPr>
          <p:cNvSpPr/>
          <p:nvPr/>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1BF10461-2A6D-BD12-B1D7-5A73DDD367A8}"/>
              </a:ext>
            </a:extLst>
          </p:cNvPr>
          <p:cNvSpPr/>
          <p:nvPr/>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B21F23CA-8996-2ED3-865E-9CBB7B3DEF01}"/>
              </a:ext>
            </a:extLst>
          </p:cNvPr>
          <p:cNvSpPr/>
          <p:nvPr/>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3" name="Date Placeholder 3">
            <a:extLst>
              <a:ext uri="{FF2B5EF4-FFF2-40B4-BE49-F238E27FC236}">
                <a16:creationId xmlns:a16="http://schemas.microsoft.com/office/drawing/2014/main" id="{48D80B0B-C3CA-649C-CED8-1D2B3319B519}"/>
              </a:ext>
            </a:extLst>
          </p:cNvPr>
          <p:cNvSpPr>
            <a:spLocks noGrp="1"/>
          </p:cNvSpPr>
          <p:nvPr>
            <p:ph type="dt" sz="half" idx="21"/>
          </p:nvPr>
        </p:nvSpPr>
        <p:spPr>
          <a:xfrm>
            <a:off x="612647" y="6453002"/>
            <a:ext cx="3494314" cy="365125"/>
          </a:xfrm>
          <a:prstGeom prst="rect">
            <a:avLst/>
          </a:prstGeom>
        </p:spPr>
        <p:txBody>
          <a:bodyPr/>
          <a:lstStyle>
            <a:lvl1pPr>
              <a:defRPr sz="1200"/>
            </a:lvl1pPr>
          </a:lstStyle>
          <a:p>
            <a:endParaRPr lang="en-US" dirty="0"/>
          </a:p>
        </p:txBody>
      </p:sp>
      <p:sp>
        <p:nvSpPr>
          <p:cNvPr id="6" name="Footer Placeholder 4">
            <a:extLst>
              <a:ext uri="{FF2B5EF4-FFF2-40B4-BE49-F238E27FC236}">
                <a16:creationId xmlns:a16="http://schemas.microsoft.com/office/drawing/2014/main" id="{AB028C86-DA98-C5EF-E7CB-3821E07C197F}"/>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8" name="Slide Number Placeholder 5">
            <a:extLst>
              <a:ext uri="{FF2B5EF4-FFF2-40B4-BE49-F238E27FC236}">
                <a16:creationId xmlns:a16="http://schemas.microsoft.com/office/drawing/2014/main" id="{0374C076-46DF-FAD4-EF64-7DD74A58A64A}"/>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1"/>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19" name="Text Placeholder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1"/>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1"/>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2" name="Content Placeholder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107343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Left Aligned Photo Layout">
    <p:bg>
      <p:bgPr>
        <a:solidFill>
          <a:schemeClr val="accent2"/>
        </a:solidFill>
        <a:effectLst/>
      </p:bgPr>
    </p:bg>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E7EB222B-6CF5-9486-E495-4BBCFBA5DEE9}"/>
              </a:ext>
            </a:extLst>
          </p:cNvPr>
          <p:cNvSpPr/>
          <p:nvPr/>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1FEBC754-F0A8-F9F6-F804-7081E078D8F5}"/>
              </a:ext>
            </a:extLst>
          </p:cNvPr>
          <p:cNvSpPr/>
          <p:nvPr/>
        </p:nvSpPr>
        <p:spPr>
          <a:xfrm>
            <a:off x="5196524" y="838200"/>
            <a:ext cx="6114430" cy="49149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blipFill>
            <a:blip r:embed="rId2">
              <a:alphaModFix amt="70000"/>
            </a:blip>
            <a:stretch>
              <a:fillRect/>
            </a:stretch>
          </a:blipFill>
        </p:spPr>
        <p:txBody>
          <a:bodyPr anchor="ctr"/>
          <a:lstStyle>
            <a:lvl1pPr marL="0" indent="0" algn="ctr">
              <a:buNone/>
              <a:defRPr/>
            </a:lvl1pPr>
          </a:lstStyle>
          <a:p>
            <a:r>
              <a:rPr lang="en-US" noProof="0"/>
              <a:t>Click icon to add picture</a:t>
            </a:r>
            <a:endParaRPr lang="en-US" noProof="0" dirty="0"/>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Tree>
    <p:extLst>
      <p:ext uri="{BB962C8B-B14F-4D97-AF65-F5344CB8AC3E}">
        <p14:creationId xmlns:p14="http://schemas.microsoft.com/office/powerpoint/2010/main" val="289103508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hank you">
    <p:bg>
      <p:bgPr>
        <a:solidFill>
          <a:schemeClr val="tx2"/>
        </a:solidFill>
        <a:effectLst/>
      </p:bgPr>
    </p:bg>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E09AA4F6-9CBF-53A8-8FE8-0BAB0E7DC989}"/>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Shape">
            <a:extLst>
              <a:ext uri="{FF2B5EF4-FFF2-40B4-BE49-F238E27FC236}">
                <a16:creationId xmlns:a16="http://schemas.microsoft.com/office/drawing/2014/main" id="{CBE4E0BD-29C0-46EA-4A2D-401DD12AEC12}"/>
              </a:ext>
            </a:extLst>
          </p:cNvPr>
          <p:cNvSpPr/>
          <p:nvPr/>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2" y="812292"/>
            <a:ext cx="4636008" cy="4928616"/>
          </a:xfrm>
          <a:blipFill dpi="0" rotWithShape="1">
            <a:blip r:embed="rId2">
              <a:alphaModFix amt="70000"/>
            </a:blip>
            <a:srcRect/>
            <a:stretch>
              <a:fillRect/>
            </a:stretch>
          </a:blipFill>
          <a:ln w="25400">
            <a:solidFill>
              <a:schemeClr val="tx1"/>
            </a:solidFill>
          </a:ln>
        </p:spPr>
        <p:txBody>
          <a:bodyPr vert="horz" lIns="91440" tIns="0" rIns="0" bIns="0" rtlCol="0">
            <a:noAutofit/>
          </a:bodyPr>
          <a:lstStyle>
            <a:lvl1pPr>
              <a:defRPr lang="en-US" sz="2400" b="0" i="0" noProof="0">
                <a:solidFill>
                  <a:schemeClr val="tx1"/>
                </a:solidFill>
              </a:defRPr>
            </a:lvl1pPr>
          </a:lstStyle>
          <a:p>
            <a:pPr marL="0" lvl="0" indent="0">
              <a:lnSpc>
                <a:spcPct val="150000"/>
              </a:lnSpc>
              <a:buFontTx/>
              <a:buNone/>
            </a:pPr>
            <a:r>
              <a:rPr lang="en-US" noProof="0"/>
              <a:t>Click icon to add picture</a:t>
            </a:r>
            <a:endParaRPr lang="en-US" noProof="0" dirty="0"/>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527048" y="1301750"/>
            <a:ext cx="4289552" cy="1567157"/>
          </a:xfrm>
        </p:spPr>
        <p:txBody>
          <a:bodyPr anchor="b">
            <a:noAutofit/>
          </a:bodyPr>
          <a:lstStyle>
            <a:lvl1pPr marL="0" indent="0" algn="l">
              <a:lnSpc>
                <a:spcPct val="90000"/>
              </a:lnSpc>
              <a:defRPr sz="6000"/>
            </a:lvl1pPr>
          </a:lstStyle>
          <a:p>
            <a:r>
              <a:rPr lang="en-US" noProof="0"/>
              <a:t>Click to edit Master title style</a:t>
            </a:r>
            <a:endParaRPr lang="en-US" noProof="0" dirty="0"/>
          </a:p>
        </p:txBody>
      </p:sp>
    </p:spTree>
    <p:extLst>
      <p:ext uri="{BB962C8B-B14F-4D97-AF65-F5344CB8AC3E}">
        <p14:creationId xmlns:p14="http://schemas.microsoft.com/office/powerpoint/2010/main" val="262852973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2423714666"/>
      </p:ext>
    </p:extLst>
  </p:cSld>
  <p:clrMapOvr>
    <a:masterClrMapping/>
  </p:clrMapOvr>
  <p:extLst>
    <p:ext uri="{DCECCB84-F9BA-43D5-87BE-67443E8EF086}">
      <p15:sldGuideLst xmlns:p15="http://schemas.microsoft.com/office/powerpoint/2012/main">
        <p15:guide id="1" pos="7392">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238530645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zh-CN" altLang="en-US"/>
              <a:t>单击图标添加图片</a:t>
            </a:r>
            <a:endParaRPr lang="en-US" dirty="0"/>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472496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zh-CN" altLang="en-US"/>
              <a:t>单击图标添加图片</a:t>
            </a:r>
            <a:endParaRPr lang="en-US" dirty="0"/>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732056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5790380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dirty="0"/>
              <a:t>Click to add content</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50779068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98022981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zh-CN" altLang="en-US"/>
              <a:t>单击图标添加图片</a:t>
            </a:r>
            <a:endParaRPr lang="en-US" dirty="0"/>
          </a:p>
        </p:txBody>
      </p:sp>
    </p:spTree>
    <p:extLst>
      <p:ext uri="{BB962C8B-B14F-4D97-AF65-F5344CB8AC3E}">
        <p14:creationId xmlns:p14="http://schemas.microsoft.com/office/powerpoint/2010/main" val="285448571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6513430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9046106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13437283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Tree>
    <p:extLst>
      <p:ext uri="{BB962C8B-B14F-4D97-AF65-F5344CB8AC3E}">
        <p14:creationId xmlns:p14="http://schemas.microsoft.com/office/powerpoint/2010/main" val="423094162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dirty="0"/>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33757458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Date Placeholder 3">
            <a:extLst>
              <a:ext uri="{FF2B5EF4-FFF2-40B4-BE49-F238E27FC236}">
                <a16:creationId xmlns:a16="http://schemas.microsoft.com/office/drawing/2014/main" id="{33DF0476-5166-41FD-C225-49439DCDAFD9}"/>
              </a:ext>
            </a:extLst>
          </p:cNvPr>
          <p:cNvSpPr>
            <a:spLocks noGrp="1"/>
          </p:cNvSpPr>
          <p:nvPr>
            <p:ph type="dt" sz="half" idx="2"/>
          </p:nvPr>
        </p:nvSpPr>
        <p:spPr>
          <a:xfrm>
            <a:off x="612647" y="6453002"/>
            <a:ext cx="3494314" cy="365125"/>
          </a:xfrm>
          <a:prstGeom prst="rect">
            <a:avLst/>
          </a:prstGeom>
        </p:spPr>
        <p:txBody>
          <a:bodyPr/>
          <a:lstStyle>
            <a:lvl1pPr>
              <a:defRPr sz="1200"/>
            </a:lvl1pPr>
          </a:lstStyle>
          <a:p>
            <a:endParaRPr lang="en-US" dirty="0"/>
          </a:p>
        </p:txBody>
      </p:sp>
      <p:sp>
        <p:nvSpPr>
          <p:cNvPr id="13" name="Footer Placeholder 4">
            <a:extLst>
              <a:ext uri="{FF2B5EF4-FFF2-40B4-BE49-F238E27FC236}">
                <a16:creationId xmlns:a16="http://schemas.microsoft.com/office/drawing/2014/main" id="{A69E184B-1B22-9BF1-2582-DB91379B44E0}"/>
              </a:ext>
            </a:extLst>
          </p:cNvPr>
          <p:cNvSpPr>
            <a:spLocks noGrp="1"/>
          </p:cNvSpPr>
          <p:nvPr>
            <p:ph type="ftr" sz="quarter" idx="3"/>
          </p:nvPr>
        </p:nvSpPr>
        <p:spPr>
          <a:xfrm>
            <a:off x="8394504" y="6453002"/>
            <a:ext cx="2805405" cy="365125"/>
          </a:xfrm>
          <a:prstGeom prst="rect">
            <a:avLst/>
          </a:prstGeom>
        </p:spPr>
        <p:txBody>
          <a:bodyPr/>
          <a:lstStyle>
            <a:lvl1pPr>
              <a:defRPr sz="1200"/>
            </a:lvl1pPr>
          </a:lstStyle>
          <a:p>
            <a:endParaRPr lang="en-US" dirty="0"/>
          </a:p>
        </p:txBody>
      </p:sp>
      <p:sp>
        <p:nvSpPr>
          <p:cNvPr id="14" name="Slide Number Placeholder 5">
            <a:extLst>
              <a:ext uri="{FF2B5EF4-FFF2-40B4-BE49-F238E27FC236}">
                <a16:creationId xmlns:a16="http://schemas.microsoft.com/office/drawing/2014/main" id="{34EE38FC-102D-E92F-9B25-3E95395CCBED}"/>
              </a:ext>
            </a:extLst>
          </p:cNvPr>
          <p:cNvSpPr>
            <a:spLocks noGrp="1"/>
          </p:cNvSpPr>
          <p:nvPr>
            <p:ph type="sldNum" sz="quarter" idx="4"/>
          </p:nvPr>
        </p:nvSpPr>
        <p:spPr>
          <a:xfrm>
            <a:off x="11150145" y="6453002"/>
            <a:ext cx="429207" cy="365125"/>
          </a:xfrm>
          <a:prstGeom prst="rect">
            <a:avLst/>
          </a:prstGeom>
        </p:spPr>
        <p:txBody>
          <a:bodyPr/>
          <a:lstStyle>
            <a:lvl1pPr>
              <a:defRPr sz="1200"/>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22277077"/>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 id="2147483792" r:id="rId17"/>
    <p:sldLayoutId id="2147483793" r:id="rId18"/>
    <p:sldLayoutId id="2147483794" r:id="rId19"/>
    <p:sldLayoutId id="2147483795" r:id="rId20"/>
    <p:sldLayoutId id="2147483796" r:id="rId21"/>
    <p:sldLayoutId id="2147483797" r:id="rId22"/>
    <p:sldLayoutId id="2147483798" r:id="rId23"/>
    <p:sldLayoutId id="2147483799" r:id="rId24"/>
    <p:sldLayoutId id="2147483800" r:id="rId25"/>
    <p:sldLayoutId id="2147483801" r:id="rId26"/>
    <p:sldLayoutId id="2147483802" r:id="rId27"/>
    <p:sldLayoutId id="2147483803" r:id="rId28"/>
    <p:sldLayoutId id="2147483804" r:id="rId29"/>
    <p:sldLayoutId id="2147483805" r:id="rId30"/>
    <p:sldLayoutId id="2147483806" r:id="rId31"/>
    <p:sldLayoutId id="2147483807" r:id="rId32"/>
    <p:sldLayoutId id="2147483808" r:id="rId33"/>
    <p:sldLayoutId id="2147483809" r:id="rId34"/>
    <p:sldLayoutId id="2147483810" r:id="rId35"/>
    <p:sldLayoutId id="2147483811" r:id="rId36"/>
    <p:sldLayoutId id="2147483812" r:id="rId37"/>
    <p:sldLayoutId id="2147483813" r:id="rId38"/>
    <p:sldLayoutId id="2147483814" r:id="rId39"/>
    <p:sldLayoutId id="2147483815" r:id="rId40"/>
    <p:sldLayoutId id="2147483817" r:id="rId41"/>
    <p:sldLayoutId id="2147483818" r:id="rId42"/>
    <p:sldLayoutId id="2147483819" r:id="rId43"/>
    <p:sldLayoutId id="2147483820" r:id="rId44"/>
    <p:sldLayoutId id="2147483821" r:id="rId45"/>
    <p:sldLayoutId id="2147483822" r:id="rId46"/>
    <p:sldLayoutId id="2147483823" r:id="rId47"/>
    <p:sldLayoutId id="2147483824" r:id="rId48"/>
    <p:sldLayoutId id="2147483825" r:id="rId49"/>
    <p:sldLayoutId id="2147483826" r:id="rId50"/>
    <p:sldLayoutId id="2147483827" r:id="rId51"/>
    <p:sldLayoutId id="2147483828" r:id="rId52"/>
    <p:sldLayoutId id="2147483829" r:id="rId53"/>
    <p:sldLayoutId id="2147483830" r:id="rId54"/>
    <p:sldLayoutId id="2147483831" r:id="rId55"/>
    <p:sldLayoutId id="2147483832" r:id="rId56"/>
    <p:sldLayoutId id="2147483833" r:id="rId57"/>
    <p:sldLayoutId id="2147483834" r:id="rId58"/>
    <p:sldLayoutId id="2147483835" r:id="rId59"/>
    <p:sldLayoutId id="2147483836" r:id="rId60"/>
    <p:sldLayoutId id="2147483837" r:id="rId6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654467101"/>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Ls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1920">
          <p15:clr>
            <a:srgbClr val="F26B43"/>
          </p15:clr>
        </p15:guide>
        <p15:guide id="3" pos="5760">
          <p15:clr>
            <a:srgbClr val="F26B43"/>
          </p15:clr>
        </p15:guide>
        <p15:guide id="4" pos="7104">
          <p15:clr>
            <a:srgbClr val="C35EA4"/>
          </p15:clr>
        </p15:guide>
        <p15:guide id="5" pos="576">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6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6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64.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6472C-8E08-BE39-C566-EAD7B8C0D304}"/>
              </a:ext>
            </a:extLst>
          </p:cNvPr>
          <p:cNvSpPr>
            <a:spLocks noGrp="1"/>
          </p:cNvSpPr>
          <p:nvPr>
            <p:ph type="ctrTitle"/>
          </p:nvPr>
        </p:nvSpPr>
        <p:spPr>
          <a:xfrm>
            <a:off x="1463039" y="1280160"/>
            <a:ext cx="9171094" cy="2670048"/>
          </a:xfrm>
        </p:spPr>
        <p:txBody>
          <a:bodyPr/>
          <a:lstStyle/>
          <a:p>
            <a:r>
              <a:rPr lang="en-US" sz="4800" dirty="0"/>
              <a:t>Walmart Frontline AI Transformation Enterprise Risk Assessment and Analytics</a:t>
            </a:r>
          </a:p>
        </p:txBody>
      </p:sp>
      <p:sp>
        <p:nvSpPr>
          <p:cNvPr id="3" name="Subtitle 2">
            <a:extLst>
              <a:ext uri="{FF2B5EF4-FFF2-40B4-BE49-F238E27FC236}">
                <a16:creationId xmlns:a16="http://schemas.microsoft.com/office/drawing/2014/main" id="{AE413857-4791-752B-6072-C34F43902768}"/>
              </a:ext>
            </a:extLst>
          </p:cNvPr>
          <p:cNvSpPr>
            <a:spLocks noGrp="1"/>
          </p:cNvSpPr>
          <p:nvPr>
            <p:ph type="subTitle" idx="1"/>
          </p:nvPr>
        </p:nvSpPr>
        <p:spPr>
          <a:xfrm>
            <a:off x="1463039" y="4194690"/>
            <a:ext cx="4873752" cy="630936"/>
          </a:xfrm>
        </p:spPr>
        <p:txBody>
          <a:bodyPr/>
          <a:lstStyle/>
          <a:p>
            <a:r>
              <a:rPr lang="en-US" b="1" dirty="0"/>
              <a:t>Presented by Group9</a:t>
            </a:r>
          </a:p>
          <a:p>
            <a:endParaRPr lang="en-US" dirty="0"/>
          </a:p>
        </p:txBody>
      </p:sp>
    </p:spTree>
    <p:extLst>
      <p:ext uri="{BB962C8B-B14F-4D97-AF65-F5344CB8AC3E}">
        <p14:creationId xmlns:p14="http://schemas.microsoft.com/office/powerpoint/2010/main" val="2111414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3467B8D7-9E40-C71E-DCEC-49646BA3A4D3}"/>
              </a:ext>
            </a:extLst>
          </p:cNvPr>
          <p:cNvSpPr>
            <a:spLocks noGrp="1"/>
          </p:cNvSpPr>
          <p:nvPr>
            <p:ph type="title"/>
          </p:nvPr>
        </p:nvSpPr>
        <p:spPr>
          <a:xfrm>
            <a:off x="612647" y="664108"/>
            <a:ext cx="8125692" cy="1554480"/>
          </a:xfrm>
        </p:spPr>
        <p:txBody>
          <a:bodyPr/>
          <a:lstStyle/>
          <a:p>
            <a:r>
              <a:rPr lang="en-US" b="1" dirty="0"/>
              <a:t>Agenda</a:t>
            </a:r>
          </a:p>
        </p:txBody>
      </p:sp>
      <p:sp>
        <p:nvSpPr>
          <p:cNvPr id="16" name="Content Placeholder 15">
            <a:extLst>
              <a:ext uri="{FF2B5EF4-FFF2-40B4-BE49-F238E27FC236}">
                <a16:creationId xmlns:a16="http://schemas.microsoft.com/office/drawing/2014/main" id="{2B258467-912E-41BF-EA38-AB82629F3349}"/>
              </a:ext>
            </a:extLst>
          </p:cNvPr>
          <p:cNvSpPr>
            <a:spLocks noGrp="1"/>
          </p:cNvSpPr>
          <p:nvPr>
            <p:ph sz="quarter" idx="13"/>
          </p:nvPr>
        </p:nvSpPr>
        <p:spPr>
          <a:xfrm>
            <a:off x="612647" y="2333860"/>
            <a:ext cx="8125692" cy="3689909"/>
          </a:xfrm>
        </p:spPr>
        <p:txBody>
          <a:bodyPr/>
          <a:lstStyle/>
          <a:p>
            <a:pPr>
              <a:lnSpc>
                <a:spcPct val="150000"/>
              </a:lnSpc>
            </a:pPr>
            <a:r>
              <a:rPr lang="en-US" b="1" dirty="0"/>
              <a:t>Introduction</a:t>
            </a:r>
          </a:p>
          <a:p>
            <a:pPr>
              <a:lnSpc>
                <a:spcPct val="150000"/>
              </a:lnSpc>
            </a:pPr>
            <a:r>
              <a:rPr lang="en-US" b="1"/>
              <a:t>Business context</a:t>
            </a:r>
            <a:endParaRPr lang="en-US" b="1" dirty="0"/>
          </a:p>
          <a:p>
            <a:pPr>
              <a:lnSpc>
                <a:spcPct val="150000"/>
              </a:lnSpc>
            </a:pPr>
            <a:r>
              <a:rPr lang="en-US" b="1" dirty="0"/>
              <a:t>ERM Framework</a:t>
            </a:r>
          </a:p>
          <a:p>
            <a:pPr>
              <a:lnSpc>
                <a:spcPct val="150000"/>
              </a:lnSpc>
            </a:pPr>
            <a:r>
              <a:rPr lang="en-US" b="1" dirty="0"/>
              <a:t>Recommendation</a:t>
            </a:r>
          </a:p>
          <a:p>
            <a:pPr>
              <a:lnSpc>
                <a:spcPct val="150000"/>
              </a:lnSpc>
            </a:pPr>
            <a:r>
              <a:rPr lang="en-US" b="1" dirty="0"/>
              <a:t>Conclusion</a:t>
            </a:r>
          </a:p>
        </p:txBody>
      </p:sp>
    </p:spTree>
    <p:extLst>
      <p:ext uri="{BB962C8B-B14F-4D97-AF65-F5344CB8AC3E}">
        <p14:creationId xmlns:p14="http://schemas.microsoft.com/office/powerpoint/2010/main" val="2794781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70339-FA06-1D2F-24E1-D60167BF5145}"/>
              </a:ext>
            </a:extLst>
          </p:cNvPr>
          <p:cNvSpPr>
            <a:spLocks noGrp="1"/>
          </p:cNvSpPr>
          <p:nvPr>
            <p:ph type="title"/>
          </p:nvPr>
        </p:nvSpPr>
        <p:spPr>
          <a:xfrm>
            <a:off x="612648" y="583413"/>
            <a:ext cx="3401568" cy="1527048"/>
          </a:xfrm>
        </p:spPr>
        <p:txBody>
          <a:bodyPr/>
          <a:lstStyle/>
          <a:p>
            <a:r>
              <a:rPr lang="en-US" b="1" dirty="0"/>
              <a:t>Introduction</a:t>
            </a:r>
          </a:p>
        </p:txBody>
      </p:sp>
      <p:sp>
        <p:nvSpPr>
          <p:cNvPr id="4" name="Content Placeholder 3">
            <a:extLst>
              <a:ext uri="{FF2B5EF4-FFF2-40B4-BE49-F238E27FC236}">
                <a16:creationId xmlns:a16="http://schemas.microsoft.com/office/drawing/2014/main" id="{B1AB6648-1591-E36E-73F3-2899CB43CFFE}"/>
              </a:ext>
            </a:extLst>
          </p:cNvPr>
          <p:cNvSpPr>
            <a:spLocks noGrp="1"/>
          </p:cNvSpPr>
          <p:nvPr>
            <p:ph sz="quarter" idx="14"/>
          </p:nvPr>
        </p:nvSpPr>
        <p:spPr>
          <a:xfrm>
            <a:off x="612775" y="2212975"/>
            <a:ext cx="4159250" cy="4095750"/>
          </a:xfrm>
        </p:spPr>
        <p:txBody>
          <a:bodyPr/>
          <a:lstStyle/>
          <a:p>
            <a:r>
              <a:rPr lang="en-US" dirty="0"/>
              <a:t>In this presentation, we will present our enterprise risk assessment of Walmart’s Frontline AI Transformation initiative. Our goal is to evaluate both the opportunities and risks associated with AI adoption and provide evidence-based recommendations for management.</a:t>
            </a:r>
          </a:p>
        </p:txBody>
      </p:sp>
      <p:pic>
        <p:nvPicPr>
          <p:cNvPr id="12" name="Picture 11">
            <a:extLst>
              <a:ext uri="{FF2B5EF4-FFF2-40B4-BE49-F238E27FC236}">
                <a16:creationId xmlns:a16="http://schemas.microsoft.com/office/drawing/2014/main" id="{F2D030EF-F934-4328-BAF0-24C5CA7217A3}"/>
              </a:ext>
            </a:extLst>
          </p:cNvPr>
          <p:cNvPicPr>
            <a:picLocks noChangeAspect="1"/>
          </p:cNvPicPr>
          <p:nvPr/>
        </p:nvPicPr>
        <p:blipFill>
          <a:blip r:embed="rId3"/>
          <a:stretch>
            <a:fillRect/>
          </a:stretch>
        </p:blipFill>
        <p:spPr>
          <a:xfrm>
            <a:off x="4964524" y="0"/>
            <a:ext cx="7227476" cy="6858000"/>
          </a:xfrm>
          <a:prstGeom prst="rect">
            <a:avLst/>
          </a:prstGeom>
        </p:spPr>
      </p:pic>
    </p:spTree>
    <p:extLst>
      <p:ext uri="{BB962C8B-B14F-4D97-AF65-F5344CB8AC3E}">
        <p14:creationId xmlns:p14="http://schemas.microsoft.com/office/powerpoint/2010/main" val="4105872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BA0C7-4B10-03D7-2211-750D1F9E5A8A}"/>
              </a:ext>
            </a:extLst>
          </p:cNvPr>
          <p:cNvSpPr>
            <a:spLocks noGrp="1"/>
          </p:cNvSpPr>
          <p:nvPr>
            <p:ph type="title"/>
          </p:nvPr>
        </p:nvSpPr>
        <p:spPr>
          <a:xfrm>
            <a:off x="665371" y="2836668"/>
            <a:ext cx="6413115" cy="910787"/>
          </a:xfrm>
        </p:spPr>
        <p:txBody>
          <a:bodyPr/>
          <a:lstStyle/>
          <a:p>
            <a:r>
              <a:rPr lang="en-US" dirty="0"/>
              <a:t>Business Context</a:t>
            </a:r>
          </a:p>
        </p:txBody>
      </p:sp>
      <p:pic>
        <p:nvPicPr>
          <p:cNvPr id="10" name="Picture Placeholder 9" descr="A person smiling at a computer">
            <a:extLst>
              <a:ext uri="{FF2B5EF4-FFF2-40B4-BE49-F238E27FC236}">
                <a16:creationId xmlns:a16="http://schemas.microsoft.com/office/drawing/2014/main" id="{0E7DFFA9-9901-3CE7-AAC2-C1754C65BD4D}"/>
              </a:ext>
            </a:extLst>
          </p:cNvPr>
          <p:cNvPicPr>
            <a:picLocks noGrp="1" noChangeAspect="1"/>
          </p:cNvPicPr>
          <p:nvPr>
            <p:ph type="pic" sz="quarter" idx="10"/>
          </p:nvPr>
        </p:nvPicPr>
        <p:blipFill>
          <a:blip r:embed="rId3"/>
          <a:srcRect l="18" r="18"/>
          <a:stretch/>
        </p:blipFill>
        <p:spPr>
          <a:xfrm>
            <a:off x="7625969" y="-9144"/>
            <a:ext cx="4581525" cy="6602413"/>
          </a:xfrm>
        </p:spPr>
      </p:pic>
    </p:spTree>
    <p:extLst>
      <p:ext uri="{BB962C8B-B14F-4D97-AF65-F5344CB8AC3E}">
        <p14:creationId xmlns:p14="http://schemas.microsoft.com/office/powerpoint/2010/main" val="3786907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A17BE-2F7C-DC5A-C8B3-B6ED845A6172}"/>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905FECF-5096-C48D-1576-B3A7BAD261BD}"/>
              </a:ext>
            </a:extLst>
          </p:cNvPr>
          <p:cNvSpPr txBox="1">
            <a:spLocks/>
          </p:cNvSpPr>
          <p:nvPr/>
        </p:nvSpPr>
        <p:spPr>
          <a:xfrm>
            <a:off x="466796" y="-351885"/>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rPr>
              <a:t>Business Context</a:t>
            </a:r>
          </a:p>
        </p:txBody>
      </p:sp>
      <p:sp>
        <p:nvSpPr>
          <p:cNvPr id="11" name="文本框 3">
            <a:extLst>
              <a:ext uri="{FF2B5EF4-FFF2-40B4-BE49-F238E27FC236}">
                <a16:creationId xmlns:a16="http://schemas.microsoft.com/office/drawing/2014/main" id="{F04ECE5E-FE4A-2587-0622-BFE41F429B82}"/>
              </a:ext>
            </a:extLst>
          </p:cNvPr>
          <p:cNvSpPr txBox="1"/>
          <p:nvPr/>
        </p:nvSpPr>
        <p:spPr>
          <a:xfrm>
            <a:off x="466796" y="974629"/>
            <a:ext cx="758919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Walmart Background &amp; Current Position</a:t>
            </a:r>
          </a:p>
        </p:txBody>
      </p:sp>
      <p:cxnSp>
        <p:nvCxnSpPr>
          <p:cNvPr id="24" name="直接连接符 133">
            <a:extLst>
              <a:ext uri="{FF2B5EF4-FFF2-40B4-BE49-F238E27FC236}">
                <a16:creationId xmlns:a16="http://schemas.microsoft.com/office/drawing/2014/main" id="{8168B729-049A-5238-F84D-386D59C196FE}"/>
              </a:ext>
            </a:extLst>
          </p:cNvPr>
          <p:cNvCxnSpPr>
            <a:cxnSpLocks/>
          </p:cNvCxnSpPr>
          <p:nvPr/>
        </p:nvCxnSpPr>
        <p:spPr>
          <a:xfrm flipH="1">
            <a:off x="466796" y="1436294"/>
            <a:ext cx="11258408" cy="0"/>
          </a:xfrm>
          <a:prstGeom prst="line">
            <a:avLst/>
          </a:prstGeom>
          <a:noFill/>
          <a:ln w="9525" cap="flat" cmpd="sng" algn="ctr">
            <a:solidFill>
              <a:srgbClr val="808080"/>
            </a:solidFill>
            <a:prstDash val="dash"/>
            <a:tailEnd type="none"/>
          </a:ln>
          <a:effectLst/>
        </p:spPr>
      </p:cxnSp>
      <p:sp>
        <p:nvSpPr>
          <p:cNvPr id="7" name="文本框 27">
            <a:extLst>
              <a:ext uri="{FF2B5EF4-FFF2-40B4-BE49-F238E27FC236}">
                <a16:creationId xmlns:a16="http://schemas.microsoft.com/office/drawing/2014/main" id="{874B7BA9-F47B-BFFF-B882-B32A45B01DE8}"/>
              </a:ext>
            </a:extLst>
          </p:cNvPr>
          <p:cNvSpPr txBox="1"/>
          <p:nvPr/>
        </p:nvSpPr>
        <p:spPr>
          <a:xfrm>
            <a:off x="466795" y="1720839"/>
            <a:ext cx="3202094" cy="400110"/>
          </a:xfrm>
          <a:prstGeom prst="rect">
            <a:avLst/>
          </a:prstGeom>
          <a:solidFill>
            <a:schemeClr val="tx2">
              <a:lumMod val="20000"/>
              <a:lumOff val="80000"/>
            </a:schemeClr>
          </a:solid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Company Overview</a:t>
            </a:r>
          </a:p>
        </p:txBody>
      </p:sp>
      <p:sp>
        <p:nvSpPr>
          <p:cNvPr id="2" name="文本框 27">
            <a:extLst>
              <a:ext uri="{FF2B5EF4-FFF2-40B4-BE49-F238E27FC236}">
                <a16:creationId xmlns:a16="http://schemas.microsoft.com/office/drawing/2014/main" id="{71407C03-D0B1-7946-EF85-F1EBB666153A}"/>
              </a:ext>
            </a:extLst>
          </p:cNvPr>
          <p:cNvSpPr txBox="1"/>
          <p:nvPr/>
        </p:nvSpPr>
        <p:spPr>
          <a:xfrm>
            <a:off x="466795" y="2405493"/>
            <a:ext cx="3202094" cy="2862322"/>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Founded in </a:t>
            </a:r>
            <a:r>
              <a:rPr lang="en-US" sz="2000" b="1" dirty="0">
                <a:solidFill>
                  <a:srgbClr val="264653"/>
                </a:solidFill>
                <a:latin typeface="Times New Roman" panose="02020603050405020304" pitchFamily="18" charset="0"/>
                <a:cs typeface="Times New Roman" panose="02020603050405020304" pitchFamily="18" charset="0"/>
              </a:rPr>
              <a:t>1962</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Headquarters: Bentonville, USA, Arkansas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Operates more than </a:t>
            </a:r>
            <a:r>
              <a:rPr lang="en-US" sz="2000" b="1" dirty="0">
                <a:solidFill>
                  <a:srgbClr val="264653"/>
                </a:solidFill>
                <a:latin typeface="Times New Roman" panose="02020603050405020304" pitchFamily="18" charset="0"/>
                <a:cs typeface="Times New Roman" panose="02020603050405020304" pitchFamily="18" charset="0"/>
              </a:rPr>
              <a:t>10,000 stores globally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Serves approximately </a:t>
            </a:r>
            <a:r>
              <a:rPr lang="en-US" sz="2000" b="1" dirty="0">
                <a:solidFill>
                  <a:srgbClr val="264653"/>
                </a:solidFill>
                <a:latin typeface="Times New Roman" panose="02020603050405020304" pitchFamily="18" charset="0"/>
                <a:cs typeface="Times New Roman" panose="02020603050405020304" pitchFamily="18" charset="0"/>
              </a:rPr>
              <a:t>255 million customers weekly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Employs over </a:t>
            </a:r>
            <a:r>
              <a:rPr lang="en-US" sz="2000" b="1" dirty="0">
                <a:solidFill>
                  <a:srgbClr val="264653"/>
                </a:solidFill>
                <a:latin typeface="Times New Roman" panose="02020603050405020304" pitchFamily="18" charset="0"/>
                <a:cs typeface="Times New Roman" panose="02020603050405020304" pitchFamily="18" charset="0"/>
              </a:rPr>
              <a:t>2.1 million associates worldwide</a:t>
            </a:r>
          </a:p>
        </p:txBody>
      </p:sp>
      <p:sp>
        <p:nvSpPr>
          <p:cNvPr id="5" name="文本框 27">
            <a:extLst>
              <a:ext uri="{FF2B5EF4-FFF2-40B4-BE49-F238E27FC236}">
                <a16:creationId xmlns:a16="http://schemas.microsoft.com/office/drawing/2014/main" id="{11B92E32-3AF0-1490-CA77-98D0B41936F4}"/>
              </a:ext>
            </a:extLst>
          </p:cNvPr>
          <p:cNvSpPr txBox="1"/>
          <p:nvPr/>
        </p:nvSpPr>
        <p:spPr>
          <a:xfrm>
            <a:off x="4494953" y="1720839"/>
            <a:ext cx="3202094" cy="400110"/>
          </a:xfrm>
          <a:prstGeom prst="rect">
            <a:avLst/>
          </a:prstGeom>
          <a:solidFill>
            <a:schemeClr val="tx2">
              <a:lumMod val="20000"/>
              <a:lumOff val="80000"/>
            </a:schemeClr>
          </a:solid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Global Leadership</a:t>
            </a:r>
          </a:p>
        </p:txBody>
      </p:sp>
      <p:sp>
        <p:nvSpPr>
          <p:cNvPr id="8" name="文本框 27">
            <a:extLst>
              <a:ext uri="{FF2B5EF4-FFF2-40B4-BE49-F238E27FC236}">
                <a16:creationId xmlns:a16="http://schemas.microsoft.com/office/drawing/2014/main" id="{0BFF2030-5659-6CD9-80A8-BD2E6EB66612}"/>
              </a:ext>
            </a:extLst>
          </p:cNvPr>
          <p:cNvSpPr txBox="1"/>
          <p:nvPr/>
        </p:nvSpPr>
        <p:spPr>
          <a:xfrm>
            <a:off x="4494952" y="2301143"/>
            <a:ext cx="3202094" cy="3477875"/>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World’s </a:t>
            </a:r>
            <a:r>
              <a:rPr lang="en-US" sz="2000" b="1" dirty="0">
                <a:solidFill>
                  <a:srgbClr val="264653"/>
                </a:solidFill>
                <a:latin typeface="Times New Roman" panose="02020603050405020304" pitchFamily="18" charset="0"/>
                <a:cs typeface="Times New Roman" panose="02020603050405020304" pitchFamily="18" charset="0"/>
              </a:rPr>
              <a:t>largest retailer by revenue</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Extensive omnichannel ecosystem: physical stores, e-commerce, distribution centers, last-mile fulfillment network</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Strong market position in grocery, general merchandise and online retail</a:t>
            </a:r>
          </a:p>
        </p:txBody>
      </p:sp>
      <p:sp>
        <p:nvSpPr>
          <p:cNvPr id="14" name="文本框 27">
            <a:extLst>
              <a:ext uri="{FF2B5EF4-FFF2-40B4-BE49-F238E27FC236}">
                <a16:creationId xmlns:a16="http://schemas.microsoft.com/office/drawing/2014/main" id="{8AFAC75B-5A93-F5F7-A832-688345D3215A}"/>
              </a:ext>
            </a:extLst>
          </p:cNvPr>
          <p:cNvSpPr txBox="1"/>
          <p:nvPr/>
        </p:nvSpPr>
        <p:spPr>
          <a:xfrm>
            <a:off x="8523109" y="1720839"/>
            <a:ext cx="3330223" cy="400110"/>
          </a:xfrm>
          <a:prstGeom prst="rect">
            <a:avLst/>
          </a:prstGeom>
          <a:solidFill>
            <a:schemeClr val="tx2">
              <a:lumMod val="20000"/>
              <a:lumOff val="80000"/>
            </a:schemeClr>
          </a:solid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Current Operating Challenges</a:t>
            </a:r>
          </a:p>
        </p:txBody>
      </p:sp>
      <p:sp>
        <p:nvSpPr>
          <p:cNvPr id="15" name="文本框 27">
            <a:extLst>
              <a:ext uri="{FF2B5EF4-FFF2-40B4-BE49-F238E27FC236}">
                <a16:creationId xmlns:a16="http://schemas.microsoft.com/office/drawing/2014/main" id="{C5D2F5D4-AB50-BA9B-2F21-54CBD7C3EAE7}"/>
              </a:ext>
            </a:extLst>
          </p:cNvPr>
          <p:cNvSpPr txBox="1"/>
          <p:nvPr/>
        </p:nvSpPr>
        <p:spPr>
          <a:xfrm>
            <a:off x="8523110" y="2301143"/>
            <a:ext cx="3202094" cy="3170099"/>
          </a:xfrm>
          <a:prstGeom prst="rect">
            <a:avLst/>
          </a:prstGeom>
          <a:noFill/>
        </p:spPr>
        <p:txBody>
          <a:bodyPr wrap="square">
            <a:spAutoFit/>
          </a:bodyPr>
          <a:lstStyle/>
          <a:p>
            <a:pPr marL="285750" indent="-285750">
              <a:buFont typeface="Arial" panose="020B0604020202020204" pitchFamily="34" charset="0"/>
              <a:buChar char="•"/>
            </a:pPr>
            <a:r>
              <a:rPr lang="en-US" sz="2000" b="1" dirty="0">
                <a:solidFill>
                  <a:srgbClr val="264653"/>
                </a:solidFill>
                <a:latin typeface="Times New Roman" panose="02020603050405020304" pitchFamily="18" charset="0"/>
                <a:cs typeface="Times New Roman" panose="02020603050405020304" pitchFamily="18" charset="0"/>
              </a:rPr>
              <a:t>Rising labor costs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Increasing customer expectations for speed and convenience</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Inventory management complexity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Supply chain disruptions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Growing </a:t>
            </a:r>
            <a:r>
              <a:rPr lang="en-US" sz="2000" b="1" dirty="0">
                <a:solidFill>
                  <a:srgbClr val="264653"/>
                </a:solidFill>
                <a:latin typeface="Times New Roman" panose="02020603050405020304" pitchFamily="18" charset="0"/>
                <a:cs typeface="Times New Roman" panose="02020603050405020304" pitchFamily="18" charset="0"/>
              </a:rPr>
              <a:t>competition from AI-enabled retailers </a:t>
            </a:r>
          </a:p>
        </p:txBody>
      </p:sp>
      <p:sp>
        <p:nvSpPr>
          <p:cNvPr id="16" name="文本框 27">
            <a:extLst>
              <a:ext uri="{FF2B5EF4-FFF2-40B4-BE49-F238E27FC236}">
                <a16:creationId xmlns:a16="http://schemas.microsoft.com/office/drawing/2014/main" id="{BB641607-4D87-03CF-C167-4D32781B7F6D}"/>
              </a:ext>
            </a:extLst>
          </p:cNvPr>
          <p:cNvSpPr txBox="1"/>
          <p:nvPr/>
        </p:nvSpPr>
        <p:spPr>
          <a:xfrm>
            <a:off x="628790" y="5883371"/>
            <a:ext cx="11484187" cy="707886"/>
          </a:xfrm>
          <a:prstGeom prst="rect">
            <a:avLst/>
          </a:prstGeom>
          <a:noFill/>
        </p:spPr>
        <p:txBody>
          <a:bodyPr wrap="square">
            <a:spAutoFit/>
          </a:bodyPr>
          <a:lstStyle/>
          <a:p>
            <a:r>
              <a:rPr lang="en-US" sz="2000" b="1" dirty="0">
                <a:solidFill>
                  <a:schemeClr val="tx2">
                    <a:lumMod val="60000"/>
                    <a:lumOff val="40000"/>
                  </a:schemeClr>
                </a:solidFill>
                <a:latin typeface="Times New Roman" panose="02020603050405020304" pitchFamily="18" charset="0"/>
                <a:cs typeface="Times New Roman" panose="02020603050405020304" pitchFamily="18" charset="0"/>
              </a:rPr>
              <a:t>Overall, Traditional retail operations are no longer sufficient to meet modern retail demands for speed, accuracy, and efficiency.</a:t>
            </a:r>
          </a:p>
        </p:txBody>
      </p:sp>
    </p:spTree>
    <p:extLst>
      <p:ext uri="{BB962C8B-B14F-4D97-AF65-F5344CB8AC3E}">
        <p14:creationId xmlns:p14="http://schemas.microsoft.com/office/powerpoint/2010/main" val="815092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7F833-E296-CE5A-CF39-294A19B81206}"/>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18940CC-F95B-5863-538B-BA173A87352A}"/>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rPr>
              <a:t>Business Context</a:t>
            </a:r>
          </a:p>
        </p:txBody>
      </p:sp>
      <p:sp>
        <p:nvSpPr>
          <p:cNvPr id="11" name="文本框 3">
            <a:extLst>
              <a:ext uri="{FF2B5EF4-FFF2-40B4-BE49-F238E27FC236}">
                <a16:creationId xmlns:a16="http://schemas.microsoft.com/office/drawing/2014/main" id="{F432E685-6894-8A24-3EE1-07A075459598}"/>
              </a:ext>
            </a:extLst>
          </p:cNvPr>
          <p:cNvSpPr txBox="1"/>
          <p:nvPr/>
        </p:nvSpPr>
        <p:spPr>
          <a:xfrm>
            <a:off x="466796" y="579520"/>
            <a:ext cx="971578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Why is Walmart investing in AI and seek Transformation </a:t>
            </a:r>
          </a:p>
        </p:txBody>
      </p:sp>
      <p:cxnSp>
        <p:nvCxnSpPr>
          <p:cNvPr id="24" name="直接连接符 133">
            <a:extLst>
              <a:ext uri="{FF2B5EF4-FFF2-40B4-BE49-F238E27FC236}">
                <a16:creationId xmlns:a16="http://schemas.microsoft.com/office/drawing/2014/main" id="{040FC63C-3A80-5479-CEFB-CDF83E52314F}"/>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7" name="文本框 27">
            <a:extLst>
              <a:ext uri="{FF2B5EF4-FFF2-40B4-BE49-F238E27FC236}">
                <a16:creationId xmlns:a16="http://schemas.microsoft.com/office/drawing/2014/main" id="{977658C7-57EF-FAC3-5749-93665930FE68}"/>
              </a:ext>
            </a:extLst>
          </p:cNvPr>
          <p:cNvSpPr txBox="1"/>
          <p:nvPr/>
        </p:nvSpPr>
        <p:spPr>
          <a:xfrm>
            <a:off x="466794" y="1162054"/>
            <a:ext cx="11258408" cy="400110"/>
          </a:xfrm>
          <a:prstGeom prst="rect">
            <a:avLst/>
          </a:prstGeom>
          <a:solidFill>
            <a:schemeClr val="tx2">
              <a:lumMod val="20000"/>
              <a:lumOff val="80000"/>
            </a:schemeClr>
          </a:solid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Current Challenges</a:t>
            </a:r>
          </a:p>
        </p:txBody>
      </p:sp>
      <p:sp>
        <p:nvSpPr>
          <p:cNvPr id="2" name="文本框 27">
            <a:extLst>
              <a:ext uri="{FF2B5EF4-FFF2-40B4-BE49-F238E27FC236}">
                <a16:creationId xmlns:a16="http://schemas.microsoft.com/office/drawing/2014/main" id="{BEF8D437-B1F8-7380-E6F4-9BF05CD57786}"/>
              </a:ext>
            </a:extLst>
          </p:cNvPr>
          <p:cNvSpPr txBox="1"/>
          <p:nvPr/>
        </p:nvSpPr>
        <p:spPr>
          <a:xfrm>
            <a:off x="466794" y="1931636"/>
            <a:ext cx="3202094" cy="1323439"/>
          </a:xfrm>
          <a:prstGeom prst="rect">
            <a:avLst/>
          </a:prstGeom>
          <a:noFill/>
        </p:spPr>
        <p:txBody>
          <a:bodyPr wrap="square">
            <a:spAutoFit/>
          </a:bodyPr>
          <a:lstStyle/>
          <a:p>
            <a:pPr marL="285750" indent="-285750">
              <a:buFont typeface="Arial" panose="020B0604020202020204" pitchFamily="34" charset="0"/>
              <a:buChar char="•"/>
            </a:pPr>
            <a:r>
              <a:rPr lang="en-US" sz="2000" dirty="0">
                <a:solidFill>
                  <a:srgbClr val="264653"/>
                </a:solidFill>
                <a:latin typeface="Times New Roman" panose="02020603050405020304" pitchFamily="18" charset="0"/>
                <a:cs typeface="Times New Roman" panose="02020603050405020304" pitchFamily="18" charset="0"/>
              </a:rPr>
              <a:t>Inventory Complexity</a:t>
            </a:r>
          </a:p>
          <a:p>
            <a:pPr marL="285750" indent="-285750">
              <a:buFont typeface="Arial" panose="020B0604020202020204" pitchFamily="34" charset="0"/>
              <a:buChar char="•"/>
            </a:pPr>
            <a:r>
              <a:rPr lang="en-US" sz="2000" dirty="0">
                <a:solidFill>
                  <a:srgbClr val="264653"/>
                </a:solidFill>
                <a:latin typeface="Times New Roman" panose="02020603050405020304" pitchFamily="18" charset="0"/>
                <a:cs typeface="Times New Roman" panose="02020603050405020304" pitchFamily="18" charset="0"/>
              </a:rPr>
              <a:t>Labor shortages</a:t>
            </a:r>
          </a:p>
          <a:p>
            <a:pPr marL="285750" indent="-285750">
              <a:buFont typeface="Arial" panose="020B0604020202020204" pitchFamily="34" charset="0"/>
              <a:buChar char="•"/>
            </a:pPr>
            <a:r>
              <a:rPr lang="en-US" sz="2000" dirty="0">
                <a:solidFill>
                  <a:srgbClr val="264653"/>
                </a:solidFill>
                <a:latin typeface="Times New Roman" panose="02020603050405020304" pitchFamily="18" charset="0"/>
                <a:cs typeface="Times New Roman" panose="02020603050405020304" pitchFamily="18" charset="0"/>
              </a:rPr>
              <a:t>Rising labor costs</a:t>
            </a:r>
          </a:p>
          <a:p>
            <a:pPr marL="285750" indent="-285750">
              <a:buFont typeface="Arial" panose="020B0604020202020204" pitchFamily="34" charset="0"/>
              <a:buChar char="•"/>
            </a:pPr>
            <a:r>
              <a:rPr lang="en-US" sz="2000" dirty="0">
                <a:solidFill>
                  <a:srgbClr val="264653"/>
                </a:solidFill>
                <a:latin typeface="Times New Roman" panose="02020603050405020304" pitchFamily="18" charset="0"/>
                <a:cs typeface="Times New Roman" panose="02020603050405020304" pitchFamily="18" charset="0"/>
              </a:rPr>
              <a:t>Supply chain disruption</a:t>
            </a:r>
          </a:p>
        </p:txBody>
      </p:sp>
      <p:sp>
        <p:nvSpPr>
          <p:cNvPr id="3" name="文本框 27">
            <a:extLst>
              <a:ext uri="{FF2B5EF4-FFF2-40B4-BE49-F238E27FC236}">
                <a16:creationId xmlns:a16="http://schemas.microsoft.com/office/drawing/2014/main" id="{5B131A4A-11D4-193D-9056-94005D564ADF}"/>
              </a:ext>
            </a:extLst>
          </p:cNvPr>
          <p:cNvSpPr txBox="1"/>
          <p:nvPr/>
        </p:nvSpPr>
        <p:spPr>
          <a:xfrm>
            <a:off x="466794" y="1597500"/>
            <a:ext cx="2716673" cy="369332"/>
          </a:xfrm>
          <a:prstGeom prst="rect">
            <a:avLst/>
          </a:prstGeom>
          <a:noFill/>
        </p:spPr>
        <p:txBody>
          <a:bodyPr wrap="square">
            <a:spAutoFit/>
          </a:bodyPr>
          <a:lstStyle/>
          <a:p>
            <a:r>
              <a:rPr lang="en-US" altLang="zh-CN" b="1" dirty="0">
                <a:solidFill>
                  <a:schemeClr val="tx2">
                    <a:lumMod val="60000"/>
                    <a:lumOff val="40000"/>
                  </a:schemeClr>
                </a:solidFill>
                <a:latin typeface="Times New Roman" panose="02020603050405020304" pitchFamily="18" charset="0"/>
                <a:cs typeface="Times New Roman" panose="02020603050405020304" pitchFamily="18" charset="0"/>
              </a:rPr>
              <a:t>Operational Challenges:</a:t>
            </a:r>
            <a:endParaRPr lang="en-US" b="1"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4" name="文本框 27">
            <a:extLst>
              <a:ext uri="{FF2B5EF4-FFF2-40B4-BE49-F238E27FC236}">
                <a16:creationId xmlns:a16="http://schemas.microsoft.com/office/drawing/2014/main" id="{3ABF58F7-CDC1-B11B-D793-CB583ED98147}"/>
              </a:ext>
            </a:extLst>
          </p:cNvPr>
          <p:cNvSpPr txBox="1"/>
          <p:nvPr/>
        </p:nvSpPr>
        <p:spPr>
          <a:xfrm>
            <a:off x="6095998" y="1597500"/>
            <a:ext cx="11258408" cy="369332"/>
          </a:xfrm>
          <a:prstGeom prst="rect">
            <a:avLst/>
          </a:prstGeom>
          <a:noFill/>
        </p:spPr>
        <p:txBody>
          <a:bodyPr wrap="square">
            <a:spAutoFit/>
          </a:bodyPr>
          <a:lstStyle/>
          <a:p>
            <a:r>
              <a:rPr lang="en-US" altLang="zh-CN" b="1" dirty="0">
                <a:solidFill>
                  <a:schemeClr val="tx2">
                    <a:lumMod val="60000"/>
                    <a:lumOff val="40000"/>
                  </a:schemeClr>
                </a:solidFill>
                <a:latin typeface="Times New Roman" panose="02020603050405020304" pitchFamily="18" charset="0"/>
                <a:cs typeface="Times New Roman" panose="02020603050405020304" pitchFamily="18" charset="0"/>
              </a:rPr>
              <a:t>Competitive Challenges:</a:t>
            </a:r>
            <a:endParaRPr lang="en-US" b="1"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6" name="文本框 27">
            <a:extLst>
              <a:ext uri="{FF2B5EF4-FFF2-40B4-BE49-F238E27FC236}">
                <a16:creationId xmlns:a16="http://schemas.microsoft.com/office/drawing/2014/main" id="{29C717A6-C238-D1D9-A195-E35D103495B6}"/>
              </a:ext>
            </a:extLst>
          </p:cNvPr>
          <p:cNvSpPr txBox="1"/>
          <p:nvPr/>
        </p:nvSpPr>
        <p:spPr>
          <a:xfrm>
            <a:off x="6095998" y="1966832"/>
            <a:ext cx="3789117" cy="1015663"/>
          </a:xfrm>
          <a:prstGeom prst="rect">
            <a:avLst/>
          </a:prstGeom>
          <a:noFill/>
        </p:spPr>
        <p:txBody>
          <a:bodyPr wrap="square">
            <a:spAutoFit/>
          </a:bodyPr>
          <a:lstStyle/>
          <a:p>
            <a:pPr marL="285750" indent="-285750">
              <a:buFont typeface="Arial" panose="020B0604020202020204" pitchFamily="34" charset="0"/>
              <a:buChar char="•"/>
            </a:pPr>
            <a:r>
              <a:rPr lang="en-US" sz="2000" dirty="0">
                <a:solidFill>
                  <a:srgbClr val="264653"/>
                </a:solidFill>
                <a:latin typeface="Times New Roman" panose="02020603050405020304" pitchFamily="18" charset="0"/>
                <a:cs typeface="Times New Roman" panose="02020603050405020304" pitchFamily="18" charset="0"/>
              </a:rPr>
              <a:t>Amazon AI</a:t>
            </a:r>
          </a:p>
          <a:p>
            <a:pPr marL="285750" indent="-285750">
              <a:buFont typeface="Arial" panose="020B0604020202020204" pitchFamily="34" charset="0"/>
              <a:buChar char="•"/>
            </a:pPr>
            <a:r>
              <a:rPr lang="en-US" sz="2000" dirty="0">
                <a:solidFill>
                  <a:srgbClr val="264653"/>
                </a:solidFill>
                <a:latin typeface="Times New Roman" panose="02020603050405020304" pitchFamily="18" charset="0"/>
                <a:cs typeface="Times New Roman" panose="02020603050405020304" pitchFamily="18" charset="0"/>
              </a:rPr>
              <a:t>Target AI</a:t>
            </a:r>
          </a:p>
          <a:p>
            <a:pPr marL="285750" indent="-285750">
              <a:buFont typeface="Arial" panose="020B0604020202020204" pitchFamily="34" charset="0"/>
              <a:buChar char="•"/>
            </a:pPr>
            <a:r>
              <a:rPr lang="en-US" sz="2000" dirty="0">
                <a:solidFill>
                  <a:srgbClr val="264653"/>
                </a:solidFill>
                <a:latin typeface="Times New Roman" panose="02020603050405020304" pitchFamily="18" charset="0"/>
                <a:cs typeface="Times New Roman" panose="02020603050405020304" pitchFamily="18" charset="0"/>
              </a:rPr>
              <a:t>Increasing customer expectation</a:t>
            </a:r>
          </a:p>
        </p:txBody>
      </p:sp>
      <p:sp>
        <p:nvSpPr>
          <p:cNvPr id="13" name="文本框 27">
            <a:extLst>
              <a:ext uri="{FF2B5EF4-FFF2-40B4-BE49-F238E27FC236}">
                <a16:creationId xmlns:a16="http://schemas.microsoft.com/office/drawing/2014/main" id="{7C37F5AD-B8B4-07D5-E581-D48BFA5EEE5B}"/>
              </a:ext>
            </a:extLst>
          </p:cNvPr>
          <p:cNvSpPr txBox="1"/>
          <p:nvPr/>
        </p:nvSpPr>
        <p:spPr>
          <a:xfrm>
            <a:off x="466793" y="3402870"/>
            <a:ext cx="4026185" cy="400110"/>
          </a:xfrm>
          <a:prstGeom prst="rect">
            <a:avLst/>
          </a:prstGeom>
          <a:solidFill>
            <a:schemeClr val="tx2">
              <a:lumMod val="20000"/>
              <a:lumOff val="80000"/>
            </a:schemeClr>
          </a:solid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Before Frontline AI Transformation</a:t>
            </a:r>
          </a:p>
        </p:txBody>
      </p:sp>
      <p:cxnSp>
        <p:nvCxnSpPr>
          <p:cNvPr id="17" name="直接连接符 133">
            <a:extLst>
              <a:ext uri="{FF2B5EF4-FFF2-40B4-BE49-F238E27FC236}">
                <a16:creationId xmlns:a16="http://schemas.microsoft.com/office/drawing/2014/main" id="{F6055252-E551-9520-AD2E-72E96E2920C4}"/>
              </a:ext>
            </a:extLst>
          </p:cNvPr>
          <p:cNvCxnSpPr>
            <a:cxnSpLocks/>
          </p:cNvCxnSpPr>
          <p:nvPr/>
        </p:nvCxnSpPr>
        <p:spPr>
          <a:xfrm flipH="1">
            <a:off x="466794" y="3255075"/>
            <a:ext cx="11258408" cy="0"/>
          </a:xfrm>
          <a:prstGeom prst="line">
            <a:avLst/>
          </a:prstGeom>
          <a:noFill/>
          <a:ln w="9525" cap="flat" cmpd="sng" algn="ctr">
            <a:solidFill>
              <a:srgbClr val="808080"/>
            </a:solidFill>
            <a:prstDash val="dash"/>
            <a:tailEnd type="none"/>
          </a:ln>
          <a:effectLst/>
        </p:spPr>
      </p:cxnSp>
      <p:sp>
        <p:nvSpPr>
          <p:cNvPr id="18" name="文本框 27">
            <a:extLst>
              <a:ext uri="{FF2B5EF4-FFF2-40B4-BE49-F238E27FC236}">
                <a16:creationId xmlns:a16="http://schemas.microsoft.com/office/drawing/2014/main" id="{16147634-034C-C472-D39D-A0FC30A3F5F8}"/>
              </a:ext>
            </a:extLst>
          </p:cNvPr>
          <p:cNvSpPr txBox="1"/>
          <p:nvPr/>
        </p:nvSpPr>
        <p:spPr>
          <a:xfrm>
            <a:off x="7226296" y="3394633"/>
            <a:ext cx="4498906" cy="400110"/>
          </a:xfrm>
          <a:prstGeom prst="rect">
            <a:avLst/>
          </a:prstGeom>
          <a:solidFill>
            <a:schemeClr val="tx2">
              <a:lumMod val="20000"/>
              <a:lumOff val="80000"/>
            </a:schemeClr>
          </a:solid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Before Frontline AI Transformation</a:t>
            </a:r>
          </a:p>
        </p:txBody>
      </p:sp>
      <p:sp>
        <p:nvSpPr>
          <p:cNvPr id="19" name="文本框 27">
            <a:extLst>
              <a:ext uri="{FF2B5EF4-FFF2-40B4-BE49-F238E27FC236}">
                <a16:creationId xmlns:a16="http://schemas.microsoft.com/office/drawing/2014/main" id="{4B08EB68-C7BB-FFBC-BE5C-26B5FA04C732}"/>
              </a:ext>
            </a:extLst>
          </p:cNvPr>
          <p:cNvSpPr txBox="1"/>
          <p:nvPr/>
        </p:nvSpPr>
        <p:spPr>
          <a:xfrm>
            <a:off x="466793" y="3952449"/>
            <a:ext cx="4498906" cy="1477328"/>
          </a:xfrm>
          <a:prstGeom prst="rect">
            <a:avLst/>
          </a:prstGeom>
          <a:noFill/>
        </p:spPr>
        <p:txBody>
          <a:bodyPr wrap="square">
            <a:spAutoFit/>
          </a:bodyPr>
          <a:lstStyle/>
          <a:p>
            <a:r>
              <a:rPr lang="en-US" b="1" dirty="0">
                <a:solidFill>
                  <a:srgbClr val="264653"/>
                </a:solidFill>
                <a:latin typeface="Times New Roman" panose="02020603050405020304" pitchFamily="18" charset="0"/>
                <a:cs typeface="Times New Roman" panose="02020603050405020304" pitchFamily="18" charset="0"/>
              </a:rPr>
              <a:t>Manual scheduling</a:t>
            </a:r>
          </a:p>
          <a:p>
            <a:r>
              <a:rPr lang="en-US" b="1" dirty="0">
                <a:solidFill>
                  <a:srgbClr val="264653"/>
                </a:solidFill>
                <a:latin typeface="Times New Roman" panose="02020603050405020304" pitchFamily="18" charset="0"/>
                <a:cs typeface="Times New Roman" panose="02020603050405020304" pitchFamily="18" charset="0"/>
              </a:rPr>
              <a:t>Reactive inventory replenishment</a:t>
            </a:r>
          </a:p>
          <a:p>
            <a:r>
              <a:rPr lang="en-US" b="1" dirty="0">
                <a:solidFill>
                  <a:srgbClr val="264653"/>
                </a:solidFill>
                <a:latin typeface="Times New Roman" panose="02020603050405020304" pitchFamily="18" charset="0"/>
                <a:cs typeface="Times New Roman" panose="02020603050405020304" pitchFamily="18" charset="0"/>
              </a:rPr>
              <a:t>Paper-based receiving</a:t>
            </a:r>
          </a:p>
          <a:p>
            <a:r>
              <a:rPr lang="en-US" b="1" dirty="0">
                <a:solidFill>
                  <a:srgbClr val="264653"/>
                </a:solidFill>
                <a:latin typeface="Times New Roman" panose="02020603050405020304" pitchFamily="18" charset="0"/>
                <a:cs typeface="Times New Roman" panose="02020603050405020304" pitchFamily="18" charset="0"/>
              </a:rPr>
              <a:t>Fixed staffing decisions</a:t>
            </a:r>
          </a:p>
          <a:p>
            <a:r>
              <a:rPr lang="en-US" b="1" dirty="0">
                <a:solidFill>
                  <a:srgbClr val="264653"/>
                </a:solidFill>
                <a:latin typeface="Times New Roman" panose="02020603050405020304" pitchFamily="18" charset="0"/>
                <a:cs typeface="Times New Roman" panose="02020603050405020304" pitchFamily="18" charset="0"/>
              </a:rPr>
              <a:t>Manual customer service support</a:t>
            </a:r>
          </a:p>
        </p:txBody>
      </p:sp>
      <p:sp>
        <p:nvSpPr>
          <p:cNvPr id="22" name="Arrow: Right 21">
            <a:extLst>
              <a:ext uri="{FF2B5EF4-FFF2-40B4-BE49-F238E27FC236}">
                <a16:creationId xmlns:a16="http://schemas.microsoft.com/office/drawing/2014/main" id="{AFECBCF7-87AE-C328-7779-E25FE0EBCDA6}"/>
              </a:ext>
            </a:extLst>
          </p:cNvPr>
          <p:cNvSpPr/>
          <p:nvPr/>
        </p:nvSpPr>
        <p:spPr>
          <a:xfrm>
            <a:off x="5127516" y="4533072"/>
            <a:ext cx="1083733" cy="3160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7">
            <a:extLst>
              <a:ext uri="{FF2B5EF4-FFF2-40B4-BE49-F238E27FC236}">
                <a16:creationId xmlns:a16="http://schemas.microsoft.com/office/drawing/2014/main" id="{A8374A45-821B-4203-9E38-1A377878B165}"/>
              </a:ext>
            </a:extLst>
          </p:cNvPr>
          <p:cNvSpPr txBox="1"/>
          <p:nvPr/>
        </p:nvSpPr>
        <p:spPr>
          <a:xfrm>
            <a:off x="7226296" y="3952449"/>
            <a:ext cx="4498906" cy="1477328"/>
          </a:xfrm>
          <a:prstGeom prst="rect">
            <a:avLst/>
          </a:prstGeom>
          <a:noFill/>
        </p:spPr>
        <p:txBody>
          <a:bodyPr wrap="square">
            <a:spAutoFit/>
          </a:bodyPr>
          <a:lstStyle/>
          <a:p>
            <a:r>
              <a:rPr lang="en-US" b="1" dirty="0">
                <a:solidFill>
                  <a:srgbClr val="264653"/>
                </a:solidFill>
                <a:latin typeface="Times New Roman" panose="02020603050405020304" pitchFamily="18" charset="0"/>
                <a:cs typeface="Times New Roman" panose="02020603050405020304" pitchFamily="18" charset="0"/>
              </a:rPr>
              <a:t>AI workforce scheduling</a:t>
            </a:r>
          </a:p>
          <a:p>
            <a:r>
              <a:rPr lang="en-US" b="1" dirty="0">
                <a:solidFill>
                  <a:srgbClr val="264653"/>
                </a:solidFill>
                <a:latin typeface="Times New Roman" panose="02020603050405020304" pitchFamily="18" charset="0"/>
                <a:cs typeface="Times New Roman" panose="02020603050405020304" pitchFamily="18" charset="0"/>
              </a:rPr>
              <a:t>Predictive demand forecasting</a:t>
            </a:r>
          </a:p>
          <a:p>
            <a:r>
              <a:rPr lang="en-US" b="1" dirty="0">
                <a:solidFill>
                  <a:srgbClr val="264653"/>
                </a:solidFill>
                <a:latin typeface="Times New Roman" panose="02020603050405020304" pitchFamily="18" charset="0"/>
                <a:cs typeface="Times New Roman" panose="02020603050405020304" pitchFamily="18" charset="0"/>
              </a:rPr>
              <a:t>Computer vision &amp; sheif monitoring</a:t>
            </a:r>
          </a:p>
          <a:p>
            <a:r>
              <a:rPr lang="en-US" b="1" dirty="0">
                <a:solidFill>
                  <a:srgbClr val="264653"/>
                </a:solidFill>
                <a:latin typeface="Times New Roman" panose="02020603050405020304" pitchFamily="18" charset="0"/>
                <a:cs typeface="Times New Roman" panose="02020603050405020304" pitchFamily="18" charset="0"/>
              </a:rPr>
              <a:t>AI-powered inventory management</a:t>
            </a:r>
          </a:p>
          <a:p>
            <a:r>
              <a:rPr lang="en-US" b="1" dirty="0">
                <a:solidFill>
                  <a:srgbClr val="264653"/>
                </a:solidFill>
                <a:latin typeface="Times New Roman" panose="02020603050405020304" pitchFamily="18" charset="0"/>
                <a:cs typeface="Times New Roman" panose="02020603050405020304" pitchFamily="18" charset="0"/>
              </a:rPr>
              <a:t>Automation &amp; real-time customer analytics</a:t>
            </a:r>
          </a:p>
        </p:txBody>
      </p:sp>
      <p:sp>
        <p:nvSpPr>
          <p:cNvPr id="25" name="文本框 27">
            <a:extLst>
              <a:ext uri="{FF2B5EF4-FFF2-40B4-BE49-F238E27FC236}">
                <a16:creationId xmlns:a16="http://schemas.microsoft.com/office/drawing/2014/main" id="{38270782-BB18-EDDE-E77E-81585AA389D4}"/>
              </a:ext>
            </a:extLst>
          </p:cNvPr>
          <p:cNvSpPr txBox="1"/>
          <p:nvPr/>
        </p:nvSpPr>
        <p:spPr>
          <a:xfrm>
            <a:off x="466793" y="5816815"/>
            <a:ext cx="11484187" cy="707886"/>
          </a:xfrm>
          <a:prstGeom prst="rect">
            <a:avLst/>
          </a:prstGeom>
          <a:noFill/>
        </p:spPr>
        <p:txBody>
          <a:bodyPr wrap="square">
            <a:spAutoFit/>
          </a:bodyPr>
          <a:lstStyle/>
          <a:p>
            <a:r>
              <a:rPr lang="en-US" sz="2000" b="1" dirty="0">
                <a:solidFill>
                  <a:schemeClr val="tx2">
                    <a:lumMod val="60000"/>
                    <a:lumOff val="40000"/>
                  </a:schemeClr>
                </a:solidFill>
                <a:latin typeface="Times New Roman" panose="02020603050405020304" pitchFamily="18" charset="0"/>
                <a:cs typeface="Times New Roman" panose="02020603050405020304" pitchFamily="18" charset="0"/>
              </a:rPr>
              <a:t>While AI offers significant operational benefits, it also introduces </a:t>
            </a:r>
            <a:r>
              <a:rPr lang="en-US" sz="2000" b="1" dirty="0">
                <a:solidFill>
                  <a:srgbClr val="C00000"/>
                </a:solidFill>
                <a:latin typeface="Times New Roman" panose="02020603050405020304" pitchFamily="18" charset="0"/>
                <a:cs typeface="Times New Roman" panose="02020603050405020304" pitchFamily="18" charset="0"/>
              </a:rPr>
              <a:t>new risks related to technology, cybersecurity, governance, workforce adoption, and system reliability.</a:t>
            </a:r>
          </a:p>
        </p:txBody>
      </p:sp>
    </p:spTree>
    <p:extLst>
      <p:ext uri="{BB962C8B-B14F-4D97-AF65-F5344CB8AC3E}">
        <p14:creationId xmlns:p14="http://schemas.microsoft.com/office/powerpoint/2010/main" val="3135638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F1ABF-467D-5602-94FD-C43E61936DC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7E0AA1D8-2B86-78F5-1F76-7186D155C7F4}"/>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lvl="0">
              <a:lnSpc>
                <a:spcPct val="200000"/>
              </a:lnSpc>
              <a:defRPr/>
            </a:pPr>
            <a:r>
              <a:rPr lang="en-US" dirty="0">
                <a:solidFill>
                  <a:sysClr val="windowText" lastClr="000000"/>
                </a:solidFill>
                <a:latin typeface="Posterama" panose="020B0504020200020000" pitchFamily="34" charset="0"/>
                <a:cs typeface="Posterama" panose="020B0504020200020000" pitchFamily="34" charset="0"/>
              </a:rPr>
              <a:t>Business Context</a:t>
            </a:r>
          </a:p>
        </p:txBody>
      </p:sp>
      <p:sp>
        <p:nvSpPr>
          <p:cNvPr id="11" name="文本框 3">
            <a:extLst>
              <a:ext uri="{FF2B5EF4-FFF2-40B4-BE49-F238E27FC236}">
                <a16:creationId xmlns:a16="http://schemas.microsoft.com/office/drawing/2014/main" id="{B35D27CE-D054-4C34-CFBD-C12D8F2C461E}"/>
              </a:ext>
            </a:extLst>
          </p:cNvPr>
          <p:cNvSpPr txBox="1"/>
          <p:nvPr/>
        </p:nvSpPr>
        <p:spPr>
          <a:xfrm>
            <a:off x="466795" y="579520"/>
            <a:ext cx="107995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Integrated Situation Assessment External Environment Analysis</a:t>
            </a:r>
          </a:p>
        </p:txBody>
      </p:sp>
      <p:cxnSp>
        <p:nvCxnSpPr>
          <p:cNvPr id="24" name="直接连接符 133">
            <a:extLst>
              <a:ext uri="{FF2B5EF4-FFF2-40B4-BE49-F238E27FC236}">
                <a16:creationId xmlns:a16="http://schemas.microsoft.com/office/drawing/2014/main" id="{D9458D1C-6F08-7F4C-0F19-3FF51451B8CF}"/>
              </a:ext>
            </a:extLst>
          </p:cNvPr>
          <p:cNvCxnSpPr>
            <a:cxnSpLocks/>
          </p:cNvCxnSpPr>
          <p:nvPr/>
        </p:nvCxnSpPr>
        <p:spPr>
          <a:xfrm flipH="1">
            <a:off x="466795" y="977880"/>
            <a:ext cx="11258408" cy="0"/>
          </a:xfrm>
          <a:prstGeom prst="line">
            <a:avLst/>
          </a:prstGeom>
          <a:noFill/>
          <a:ln w="9525" cap="flat" cmpd="sng" algn="ctr">
            <a:solidFill>
              <a:srgbClr val="808080"/>
            </a:solidFill>
            <a:prstDash val="dash"/>
            <a:tailEnd type="none"/>
          </a:ln>
          <a:effectLst/>
        </p:spPr>
      </p:cxnSp>
      <p:graphicFrame>
        <p:nvGraphicFramePr>
          <p:cNvPr id="2" name="Table 1">
            <a:extLst>
              <a:ext uri="{FF2B5EF4-FFF2-40B4-BE49-F238E27FC236}">
                <a16:creationId xmlns:a16="http://schemas.microsoft.com/office/drawing/2014/main" id="{654F7D69-AA1E-0454-5DC2-D3479FAAB34B}"/>
              </a:ext>
            </a:extLst>
          </p:cNvPr>
          <p:cNvGraphicFramePr>
            <a:graphicFrameLocks noGrp="1"/>
          </p:cNvGraphicFramePr>
          <p:nvPr>
            <p:extLst>
              <p:ext uri="{D42A27DB-BD31-4B8C-83A1-F6EECF244321}">
                <p14:modId xmlns:p14="http://schemas.microsoft.com/office/powerpoint/2010/main" val="1189989018"/>
              </p:ext>
            </p:extLst>
          </p:nvPr>
        </p:nvGraphicFramePr>
        <p:xfrm>
          <a:off x="779497" y="1760727"/>
          <a:ext cx="10633005" cy="3863105"/>
        </p:xfrm>
        <a:graphic>
          <a:graphicData uri="http://schemas.openxmlformats.org/drawingml/2006/table">
            <a:tbl>
              <a:tblPr firstRow="1" bandRow="1">
                <a:tableStyleId>{91EBBBCC-DAD2-459C-BE2E-F6DE35CF9A28}</a:tableStyleId>
              </a:tblPr>
              <a:tblGrid>
                <a:gridCol w="3043203">
                  <a:extLst>
                    <a:ext uri="{9D8B030D-6E8A-4147-A177-3AD203B41FA5}">
                      <a16:colId xmlns:a16="http://schemas.microsoft.com/office/drawing/2014/main" val="1811151428"/>
                    </a:ext>
                  </a:extLst>
                </a:gridCol>
                <a:gridCol w="5143500">
                  <a:extLst>
                    <a:ext uri="{9D8B030D-6E8A-4147-A177-3AD203B41FA5}">
                      <a16:colId xmlns:a16="http://schemas.microsoft.com/office/drawing/2014/main" val="1843218361"/>
                    </a:ext>
                  </a:extLst>
                </a:gridCol>
                <a:gridCol w="2446302">
                  <a:extLst>
                    <a:ext uri="{9D8B030D-6E8A-4147-A177-3AD203B41FA5}">
                      <a16:colId xmlns:a16="http://schemas.microsoft.com/office/drawing/2014/main" val="599906828"/>
                    </a:ext>
                  </a:extLst>
                </a:gridCol>
              </a:tblGrid>
              <a:tr h="632413">
                <a:tc>
                  <a:txBody>
                    <a:bodyPr/>
                    <a:lstStyle/>
                    <a:p>
                      <a:r>
                        <a:rPr lang="en-US" sz="2000" dirty="0">
                          <a:solidFill>
                            <a:schemeClr val="tx1"/>
                          </a:solidFill>
                          <a:latin typeface="Times New Roman" panose="02020603050405020304" pitchFamily="18" charset="0"/>
                          <a:cs typeface="Times New Roman" panose="02020603050405020304" pitchFamily="18" charset="0"/>
                        </a:rPr>
                        <a:t>External Driver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Impact on AI Transformation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Related Risks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6590257"/>
                  </a:ext>
                </a:extLst>
              </a:tr>
              <a:tr h="632413">
                <a:tc>
                  <a:txBody>
                    <a:bodyPr/>
                    <a:lstStyle/>
                    <a:p>
                      <a:r>
                        <a:rPr lang="en-US" sz="2000" dirty="0">
                          <a:solidFill>
                            <a:schemeClr val="tx1"/>
                          </a:solidFill>
                          <a:latin typeface="Times New Roman" panose="02020603050405020304" pitchFamily="18" charset="0"/>
                          <a:cs typeface="Times New Roman" panose="02020603050405020304" pitchFamily="18" charset="0"/>
                        </a:rPr>
                        <a:t>Economic Uncertainty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Budget pressure and ROI expectations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R4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9470647"/>
                  </a:ext>
                </a:extLst>
              </a:tr>
              <a:tr h="632413">
                <a:tc>
                  <a:txBody>
                    <a:bodyPr/>
                    <a:lstStyle/>
                    <a:p>
                      <a:r>
                        <a:rPr lang="en-US" sz="2000" dirty="0">
                          <a:solidFill>
                            <a:schemeClr val="tx1"/>
                          </a:solidFill>
                          <a:latin typeface="Times New Roman" panose="02020603050405020304" pitchFamily="18" charset="0"/>
                          <a:cs typeface="Times New Roman" panose="02020603050405020304" pitchFamily="18" charset="0"/>
                        </a:rPr>
                        <a:t>Rapid Technology Change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Integration and system complexity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R6, R8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8027931"/>
                  </a:ext>
                </a:extLst>
              </a:tr>
              <a:tr h="632413">
                <a:tc>
                  <a:txBody>
                    <a:bodyPr/>
                    <a:lstStyle/>
                    <a:p>
                      <a:r>
                        <a:rPr lang="en-US" sz="2000" dirty="0">
                          <a:solidFill>
                            <a:schemeClr val="tx1"/>
                          </a:solidFill>
                          <a:latin typeface="Times New Roman" panose="02020603050405020304" pitchFamily="18" charset="0"/>
                          <a:cs typeface="Times New Roman" panose="02020603050405020304" pitchFamily="18" charset="0"/>
                        </a:rPr>
                        <a:t>Cybersecurity Threats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Increased exposure to digital attacks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R7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704758"/>
                  </a:ext>
                </a:extLst>
              </a:tr>
              <a:tr h="632413">
                <a:tc>
                  <a:txBody>
                    <a:bodyPr/>
                    <a:lstStyle/>
                    <a:p>
                      <a:r>
                        <a:rPr lang="en-US" sz="2000" dirty="0">
                          <a:solidFill>
                            <a:schemeClr val="tx1"/>
                          </a:solidFill>
                          <a:latin typeface="Times New Roman" panose="02020603050405020304" pitchFamily="18" charset="0"/>
                          <a:cs typeface="Times New Roman" panose="02020603050405020304" pitchFamily="18" charset="0"/>
                        </a:rPr>
                        <a:t>Regulatory &amp; AI Governance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Compliance and ethical AI obligations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R14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0410037"/>
                  </a:ext>
                </a:extLst>
              </a:tr>
              <a:tr h="632413">
                <a:tc>
                  <a:txBody>
                    <a:bodyPr/>
                    <a:lstStyle/>
                    <a:p>
                      <a:r>
                        <a:rPr lang="en-US" sz="2000" dirty="0">
                          <a:solidFill>
                            <a:schemeClr val="tx1"/>
                          </a:solidFill>
                          <a:latin typeface="Times New Roman" panose="02020603050405020304" pitchFamily="18" charset="0"/>
                          <a:cs typeface="Times New Roman" panose="02020603050405020304" pitchFamily="18" charset="0"/>
                        </a:rPr>
                        <a:t>Competitive AI Adoption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Pressure to accelerate transformation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R1, R2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949061"/>
                  </a:ext>
                </a:extLst>
              </a:tr>
            </a:tbl>
          </a:graphicData>
        </a:graphic>
      </p:graphicFrame>
      <p:sp>
        <p:nvSpPr>
          <p:cNvPr id="3" name="文本框 27">
            <a:extLst>
              <a:ext uri="{FF2B5EF4-FFF2-40B4-BE49-F238E27FC236}">
                <a16:creationId xmlns:a16="http://schemas.microsoft.com/office/drawing/2014/main" id="{8E343320-73CD-25D5-2E82-01AE2AC16C25}"/>
              </a:ext>
            </a:extLst>
          </p:cNvPr>
          <p:cNvSpPr txBox="1"/>
          <p:nvPr/>
        </p:nvSpPr>
        <p:spPr>
          <a:xfrm>
            <a:off x="2079695" y="1170123"/>
            <a:ext cx="11484187" cy="461665"/>
          </a:xfrm>
          <a:prstGeom prst="rect">
            <a:avLst/>
          </a:prstGeom>
          <a:noFill/>
        </p:spPr>
        <p:txBody>
          <a:bodyPr wrap="square">
            <a:spAutoFit/>
          </a:bodyPr>
          <a:lstStyle/>
          <a:p>
            <a:r>
              <a:rPr lang="en-US" sz="2400" b="1" dirty="0">
                <a:solidFill>
                  <a:srgbClr val="5F9DB6"/>
                </a:solidFill>
                <a:latin typeface="Times New Roman" panose="02020603050405020304" pitchFamily="18" charset="0"/>
                <a:cs typeface="Times New Roman" panose="02020603050405020304" pitchFamily="18" charset="0"/>
              </a:rPr>
              <a:t>K</a:t>
            </a:r>
            <a:r>
              <a:rPr lang="en-US" altLang="zh-CN" sz="2400" b="1" dirty="0">
                <a:solidFill>
                  <a:srgbClr val="5F9DB6"/>
                </a:solidFill>
                <a:latin typeface="Times New Roman" panose="02020603050405020304" pitchFamily="18" charset="0"/>
                <a:cs typeface="Times New Roman" panose="02020603050405020304" pitchFamily="18" charset="0"/>
              </a:rPr>
              <a:t>ey External Factors affecting Walmart’s AI transformation</a:t>
            </a:r>
            <a:endParaRPr lang="en-US" sz="2400" b="1" dirty="0">
              <a:solidFill>
                <a:srgbClr val="5F9DB6"/>
              </a:solidFill>
              <a:latin typeface="Times New Roman" panose="02020603050405020304" pitchFamily="18" charset="0"/>
              <a:cs typeface="Times New Roman" panose="02020603050405020304" pitchFamily="18" charset="0"/>
            </a:endParaRPr>
          </a:p>
        </p:txBody>
      </p:sp>
      <p:sp>
        <p:nvSpPr>
          <p:cNvPr id="4" name="文本框 27">
            <a:extLst>
              <a:ext uri="{FF2B5EF4-FFF2-40B4-BE49-F238E27FC236}">
                <a16:creationId xmlns:a16="http://schemas.microsoft.com/office/drawing/2014/main" id="{DBC67982-48FF-4E88-6770-F45AA67255D2}"/>
              </a:ext>
            </a:extLst>
          </p:cNvPr>
          <p:cNvSpPr txBox="1"/>
          <p:nvPr/>
        </p:nvSpPr>
        <p:spPr>
          <a:xfrm>
            <a:off x="1590251" y="5816815"/>
            <a:ext cx="9011496" cy="70788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These external risk drivers formed the foundation for identifying and assessing the 18 enterprise risks associated with Walmart's Frontline AI Transformation.</a:t>
            </a:r>
          </a:p>
        </p:txBody>
      </p:sp>
    </p:spTree>
    <p:extLst>
      <p:ext uri="{BB962C8B-B14F-4D97-AF65-F5344CB8AC3E}">
        <p14:creationId xmlns:p14="http://schemas.microsoft.com/office/powerpoint/2010/main" val="2278739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6E4C7-27DF-6948-5C02-A12701EEB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39D749-7135-3F29-F830-B59F241A61DB}"/>
              </a:ext>
            </a:extLst>
          </p:cNvPr>
          <p:cNvSpPr>
            <a:spLocks noGrp="1"/>
          </p:cNvSpPr>
          <p:nvPr>
            <p:ph type="title"/>
          </p:nvPr>
        </p:nvSpPr>
        <p:spPr>
          <a:xfrm>
            <a:off x="575059" y="2836668"/>
            <a:ext cx="6807873" cy="910787"/>
          </a:xfrm>
        </p:spPr>
        <p:txBody>
          <a:bodyPr>
            <a:normAutofit fontScale="90000"/>
          </a:bodyPr>
          <a:lstStyle/>
          <a:p>
            <a:r>
              <a:rPr lang="en-US" dirty="0"/>
              <a:t>Enterprise Risk Management Framework</a:t>
            </a:r>
          </a:p>
        </p:txBody>
      </p:sp>
      <p:pic>
        <p:nvPicPr>
          <p:cNvPr id="10" name="Picture Placeholder 9" descr="A person smiling at a computer">
            <a:extLst>
              <a:ext uri="{FF2B5EF4-FFF2-40B4-BE49-F238E27FC236}">
                <a16:creationId xmlns:a16="http://schemas.microsoft.com/office/drawing/2014/main" id="{BA96F9C4-2B92-CE74-731E-86BBD3F93F58}"/>
              </a:ext>
            </a:extLst>
          </p:cNvPr>
          <p:cNvPicPr>
            <a:picLocks noGrp="1" noChangeAspect="1"/>
          </p:cNvPicPr>
          <p:nvPr>
            <p:ph type="pic" sz="quarter" idx="10"/>
          </p:nvPr>
        </p:nvPicPr>
        <p:blipFill>
          <a:blip r:embed="rId3"/>
          <a:srcRect l="18" r="18"/>
          <a:stretch/>
        </p:blipFill>
        <p:spPr>
          <a:xfrm>
            <a:off x="7625969" y="-9144"/>
            <a:ext cx="4581525" cy="6602413"/>
          </a:xfrm>
        </p:spPr>
      </p:pic>
    </p:spTree>
    <p:extLst>
      <p:ext uri="{BB962C8B-B14F-4D97-AF65-F5344CB8AC3E}">
        <p14:creationId xmlns:p14="http://schemas.microsoft.com/office/powerpoint/2010/main" val="1856552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A7D5E-933D-FE9F-B4DD-1E4DD9C6F25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FDD02B96-2F7B-A97F-5C6F-62F2C630C3F1}"/>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3AA3771C-B0AE-4704-F872-B3DF5406D82D}"/>
              </a:ext>
            </a:extLst>
          </p:cNvPr>
          <p:cNvSpPr txBox="1"/>
          <p:nvPr/>
        </p:nvSpPr>
        <p:spPr>
          <a:xfrm>
            <a:off x="466796" y="579520"/>
            <a:ext cx="971578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How did we assess the risks? Overview of Risk Workflow</a:t>
            </a:r>
          </a:p>
        </p:txBody>
      </p:sp>
      <p:cxnSp>
        <p:nvCxnSpPr>
          <p:cNvPr id="24" name="直接连接符 133">
            <a:extLst>
              <a:ext uri="{FF2B5EF4-FFF2-40B4-BE49-F238E27FC236}">
                <a16:creationId xmlns:a16="http://schemas.microsoft.com/office/drawing/2014/main" id="{3DBF7551-C376-C841-9D73-1DFA99D7F047}"/>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pic>
        <p:nvPicPr>
          <p:cNvPr id="3" name="Picture 2">
            <a:extLst>
              <a:ext uri="{FF2B5EF4-FFF2-40B4-BE49-F238E27FC236}">
                <a16:creationId xmlns:a16="http://schemas.microsoft.com/office/drawing/2014/main" id="{50B15154-518A-F255-2FC4-65A10814F8A4}"/>
              </a:ext>
            </a:extLst>
          </p:cNvPr>
          <p:cNvPicPr>
            <a:picLocks noChangeAspect="1"/>
          </p:cNvPicPr>
          <p:nvPr/>
        </p:nvPicPr>
        <p:blipFill>
          <a:blip r:embed="rId3"/>
          <a:stretch>
            <a:fillRect/>
          </a:stretch>
        </p:blipFill>
        <p:spPr>
          <a:xfrm>
            <a:off x="191911" y="1906034"/>
            <a:ext cx="11808178" cy="3536608"/>
          </a:xfrm>
          <a:prstGeom prst="rect">
            <a:avLst/>
          </a:prstGeom>
        </p:spPr>
      </p:pic>
      <p:sp>
        <p:nvSpPr>
          <p:cNvPr id="4" name="文本框 27">
            <a:extLst>
              <a:ext uri="{FF2B5EF4-FFF2-40B4-BE49-F238E27FC236}">
                <a16:creationId xmlns:a16="http://schemas.microsoft.com/office/drawing/2014/main" id="{71030481-9CFB-D609-4424-C5BE6167D959}"/>
              </a:ext>
            </a:extLst>
          </p:cNvPr>
          <p:cNvSpPr txBox="1"/>
          <p:nvPr/>
        </p:nvSpPr>
        <p:spPr>
          <a:xfrm>
            <a:off x="1968217" y="1415358"/>
            <a:ext cx="11484187" cy="400110"/>
          </a:xfrm>
          <a:prstGeom prst="rect">
            <a:avLst/>
          </a:prstGeom>
          <a:noFill/>
        </p:spPr>
        <p:txBody>
          <a:bodyPr wrap="square">
            <a:spAutoFit/>
          </a:bodyPr>
          <a:lstStyle/>
          <a:p>
            <a:r>
              <a:rPr lang="en-US" sz="2000" b="1" dirty="0">
                <a:solidFill>
                  <a:srgbClr val="5F9DB6"/>
                </a:solidFill>
                <a:latin typeface="Times New Roman" panose="02020603050405020304" pitchFamily="18" charset="0"/>
                <a:cs typeface="Times New Roman" panose="02020603050405020304" pitchFamily="18" charset="0"/>
              </a:rPr>
              <a:t>A P</a:t>
            </a:r>
            <a:r>
              <a:rPr lang="en-US" altLang="zh-CN" sz="2000" b="1" dirty="0">
                <a:solidFill>
                  <a:srgbClr val="5F9DB6"/>
                </a:solidFill>
                <a:latin typeface="Times New Roman" panose="02020603050405020304" pitchFamily="18" charset="0"/>
                <a:cs typeface="Times New Roman" panose="02020603050405020304" pitchFamily="18" charset="0"/>
              </a:rPr>
              <a:t>roject specific ERM workflow for Walmart Frontline AI Transformation</a:t>
            </a:r>
            <a:endParaRPr lang="en-US" sz="2000" b="1" dirty="0">
              <a:solidFill>
                <a:srgbClr val="5F9DB6"/>
              </a:solidFill>
              <a:latin typeface="Times New Roman" panose="02020603050405020304" pitchFamily="18" charset="0"/>
              <a:cs typeface="Times New Roman" panose="02020603050405020304" pitchFamily="18" charset="0"/>
            </a:endParaRPr>
          </a:p>
        </p:txBody>
      </p:sp>
      <p:sp>
        <p:nvSpPr>
          <p:cNvPr id="5" name="文本框 27">
            <a:extLst>
              <a:ext uri="{FF2B5EF4-FFF2-40B4-BE49-F238E27FC236}">
                <a16:creationId xmlns:a16="http://schemas.microsoft.com/office/drawing/2014/main" id="{15B29A17-8854-B201-7C7C-F74D1F8BCA30}"/>
              </a:ext>
            </a:extLst>
          </p:cNvPr>
          <p:cNvSpPr txBox="1"/>
          <p:nvPr/>
        </p:nvSpPr>
        <p:spPr>
          <a:xfrm>
            <a:off x="914400" y="5816815"/>
            <a:ext cx="10731780" cy="707886"/>
          </a:xfrm>
          <a:prstGeom prst="rect">
            <a:avLst/>
          </a:prstGeom>
          <a:noFill/>
        </p:spPr>
        <p:txBody>
          <a:bodyPr wrap="square">
            <a:spAutoFit/>
          </a:bodyPr>
          <a:lstStyle/>
          <a:p>
            <a:r>
              <a:rPr lang="en-US" sz="2000" b="1" dirty="0">
                <a:solidFill>
                  <a:srgbClr val="2A9D8F"/>
                </a:solidFill>
                <a:latin typeface="Times New Roman" panose="02020603050405020304" pitchFamily="18" charset="0"/>
                <a:cs typeface="Times New Roman" panose="02020603050405020304" pitchFamily="18" charset="0"/>
              </a:rPr>
              <a:t>This workflow shows how our team converted Walmart’s frontline AI transformation challenges into measurable risks</a:t>
            </a:r>
          </a:p>
        </p:txBody>
      </p:sp>
    </p:spTree>
    <p:extLst>
      <p:ext uri="{BB962C8B-B14F-4D97-AF65-F5344CB8AC3E}">
        <p14:creationId xmlns:p14="http://schemas.microsoft.com/office/powerpoint/2010/main" val="2878088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3DE61-B627-5A6A-451E-70D19E88AAB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BDE6003C-F87E-034D-9DCB-100989CD4658}"/>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6763A195-E2F3-2ACE-02AB-752B07295C98}"/>
              </a:ext>
            </a:extLst>
          </p:cNvPr>
          <p:cNvSpPr txBox="1"/>
          <p:nvPr/>
        </p:nvSpPr>
        <p:spPr>
          <a:xfrm>
            <a:off x="466795" y="579520"/>
            <a:ext cx="1125840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Risk Identification K</a:t>
            </a:r>
            <a:r>
              <a:rPr kumimoji="0" lang="en-US" altLang="zh-CN"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ey Risks Introduced by Frontline AI Transformation</a:t>
            </a:r>
            <a:endPar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endParaRPr>
          </a:p>
        </p:txBody>
      </p:sp>
      <p:cxnSp>
        <p:nvCxnSpPr>
          <p:cNvPr id="24" name="直接连接符 133">
            <a:extLst>
              <a:ext uri="{FF2B5EF4-FFF2-40B4-BE49-F238E27FC236}">
                <a16:creationId xmlns:a16="http://schemas.microsoft.com/office/drawing/2014/main" id="{77551979-46BF-B9D3-4A46-974EB52BFC13}"/>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2" name="文本框 27">
            <a:extLst>
              <a:ext uri="{FF2B5EF4-FFF2-40B4-BE49-F238E27FC236}">
                <a16:creationId xmlns:a16="http://schemas.microsoft.com/office/drawing/2014/main" id="{9E106070-BFA5-903D-EB99-5598B3047233}"/>
              </a:ext>
            </a:extLst>
          </p:cNvPr>
          <p:cNvSpPr txBox="1"/>
          <p:nvPr/>
        </p:nvSpPr>
        <p:spPr>
          <a:xfrm>
            <a:off x="466795" y="1102740"/>
            <a:ext cx="11258408"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Walmart Frontline AI Transformation Initiatives includes: </a:t>
            </a:r>
          </a:p>
        </p:txBody>
      </p:sp>
      <p:sp>
        <p:nvSpPr>
          <p:cNvPr id="3" name="文本框 27">
            <a:extLst>
              <a:ext uri="{FF2B5EF4-FFF2-40B4-BE49-F238E27FC236}">
                <a16:creationId xmlns:a16="http://schemas.microsoft.com/office/drawing/2014/main" id="{3FF00943-02CF-FA5C-462B-04E2301F7FCD}"/>
              </a:ext>
            </a:extLst>
          </p:cNvPr>
          <p:cNvSpPr txBox="1"/>
          <p:nvPr/>
        </p:nvSpPr>
        <p:spPr>
          <a:xfrm>
            <a:off x="466795" y="1591481"/>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Workforce Scheduling</a:t>
            </a:r>
          </a:p>
        </p:txBody>
      </p:sp>
      <p:sp>
        <p:nvSpPr>
          <p:cNvPr id="18" name="文本框 27">
            <a:extLst>
              <a:ext uri="{FF2B5EF4-FFF2-40B4-BE49-F238E27FC236}">
                <a16:creationId xmlns:a16="http://schemas.microsoft.com/office/drawing/2014/main" id="{11E48C68-19CF-CC4E-D619-2314EEC4AA0F}"/>
              </a:ext>
            </a:extLst>
          </p:cNvPr>
          <p:cNvSpPr txBox="1"/>
          <p:nvPr/>
        </p:nvSpPr>
        <p:spPr>
          <a:xfrm>
            <a:off x="3131820" y="1590858"/>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Inventory Forecasting</a:t>
            </a:r>
          </a:p>
        </p:txBody>
      </p:sp>
      <p:sp>
        <p:nvSpPr>
          <p:cNvPr id="19" name="文本框 27">
            <a:extLst>
              <a:ext uri="{FF2B5EF4-FFF2-40B4-BE49-F238E27FC236}">
                <a16:creationId xmlns:a16="http://schemas.microsoft.com/office/drawing/2014/main" id="{ABA17A18-ED90-A13E-1FC8-CD9A1ECCDD7E}"/>
              </a:ext>
            </a:extLst>
          </p:cNvPr>
          <p:cNvSpPr txBox="1"/>
          <p:nvPr/>
        </p:nvSpPr>
        <p:spPr>
          <a:xfrm>
            <a:off x="5989899" y="1591481"/>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Smart Store Operations</a:t>
            </a:r>
          </a:p>
        </p:txBody>
      </p:sp>
      <p:sp>
        <p:nvSpPr>
          <p:cNvPr id="20" name="文本框 27">
            <a:extLst>
              <a:ext uri="{FF2B5EF4-FFF2-40B4-BE49-F238E27FC236}">
                <a16:creationId xmlns:a16="http://schemas.microsoft.com/office/drawing/2014/main" id="{2575A745-C94B-F1E0-1803-99B2E67A8BA7}"/>
              </a:ext>
            </a:extLst>
          </p:cNvPr>
          <p:cNvSpPr txBox="1"/>
          <p:nvPr/>
        </p:nvSpPr>
        <p:spPr>
          <a:xfrm>
            <a:off x="9046529" y="1578685"/>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Customer Service Automation</a:t>
            </a:r>
          </a:p>
        </p:txBody>
      </p:sp>
      <p:sp>
        <p:nvSpPr>
          <p:cNvPr id="21" name="文本框 27">
            <a:extLst>
              <a:ext uri="{FF2B5EF4-FFF2-40B4-BE49-F238E27FC236}">
                <a16:creationId xmlns:a16="http://schemas.microsoft.com/office/drawing/2014/main" id="{60BF38BA-C7FD-8478-666F-8A95B5A70820}"/>
              </a:ext>
            </a:extLst>
          </p:cNvPr>
          <p:cNvSpPr txBox="1"/>
          <p:nvPr/>
        </p:nvSpPr>
        <p:spPr>
          <a:xfrm>
            <a:off x="466795" y="2782669"/>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Workforce Management</a:t>
            </a:r>
          </a:p>
        </p:txBody>
      </p:sp>
      <p:sp>
        <p:nvSpPr>
          <p:cNvPr id="22" name="文本框 27">
            <a:extLst>
              <a:ext uri="{FF2B5EF4-FFF2-40B4-BE49-F238E27FC236}">
                <a16:creationId xmlns:a16="http://schemas.microsoft.com/office/drawing/2014/main" id="{68053365-B6DE-159E-5D76-DA1F14C19F6E}"/>
              </a:ext>
            </a:extLst>
          </p:cNvPr>
          <p:cNvSpPr txBox="1"/>
          <p:nvPr/>
        </p:nvSpPr>
        <p:spPr>
          <a:xfrm>
            <a:off x="2804442" y="2782667"/>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Inventory Management</a:t>
            </a:r>
          </a:p>
        </p:txBody>
      </p:sp>
      <p:sp>
        <p:nvSpPr>
          <p:cNvPr id="23" name="文本框 27">
            <a:extLst>
              <a:ext uri="{FF2B5EF4-FFF2-40B4-BE49-F238E27FC236}">
                <a16:creationId xmlns:a16="http://schemas.microsoft.com/office/drawing/2014/main" id="{8BFC16A4-BD57-40AC-126A-DB25D4B76B47}"/>
              </a:ext>
            </a:extLst>
          </p:cNvPr>
          <p:cNvSpPr txBox="1"/>
          <p:nvPr/>
        </p:nvSpPr>
        <p:spPr>
          <a:xfrm>
            <a:off x="5142089" y="2782667"/>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Store &amp; Fulfillment Operations</a:t>
            </a:r>
          </a:p>
        </p:txBody>
      </p:sp>
      <p:sp>
        <p:nvSpPr>
          <p:cNvPr id="25" name="文本框 27">
            <a:extLst>
              <a:ext uri="{FF2B5EF4-FFF2-40B4-BE49-F238E27FC236}">
                <a16:creationId xmlns:a16="http://schemas.microsoft.com/office/drawing/2014/main" id="{0F0634C1-C888-7B3D-B2E3-85941DA6A0B7}"/>
              </a:ext>
            </a:extLst>
          </p:cNvPr>
          <p:cNvSpPr txBox="1"/>
          <p:nvPr/>
        </p:nvSpPr>
        <p:spPr>
          <a:xfrm>
            <a:off x="7479736" y="2782666"/>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Customer Service Process</a:t>
            </a:r>
          </a:p>
        </p:txBody>
      </p:sp>
      <p:sp>
        <p:nvSpPr>
          <p:cNvPr id="26" name="文本框 27">
            <a:extLst>
              <a:ext uri="{FF2B5EF4-FFF2-40B4-BE49-F238E27FC236}">
                <a16:creationId xmlns:a16="http://schemas.microsoft.com/office/drawing/2014/main" id="{A8C46206-3696-D5D1-B702-C2FAF7C9B0E3}"/>
              </a:ext>
            </a:extLst>
          </p:cNvPr>
          <p:cNvSpPr txBox="1"/>
          <p:nvPr/>
        </p:nvSpPr>
        <p:spPr>
          <a:xfrm>
            <a:off x="9799941" y="2782666"/>
            <a:ext cx="2144057"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Data &amp; Tech Infrastructure</a:t>
            </a:r>
          </a:p>
        </p:txBody>
      </p:sp>
      <p:cxnSp>
        <p:nvCxnSpPr>
          <p:cNvPr id="28" name="Straight Arrow Connector 27">
            <a:extLst>
              <a:ext uri="{FF2B5EF4-FFF2-40B4-BE49-F238E27FC236}">
                <a16:creationId xmlns:a16="http://schemas.microsoft.com/office/drawing/2014/main" id="{BA754CFB-E2EF-3C9B-EE32-BBA956A07E38}"/>
              </a:ext>
            </a:extLst>
          </p:cNvPr>
          <p:cNvCxnSpPr>
            <a:cxnSpLocks/>
            <a:stCxn id="3" idx="2"/>
            <a:endCxn id="21" idx="0"/>
          </p:cNvCxnSpPr>
          <p:nvPr/>
        </p:nvCxnSpPr>
        <p:spPr>
          <a:xfrm>
            <a:off x="1538824" y="2237812"/>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AF19060-E0E6-B9E8-FC27-61DE7878CCD6}"/>
              </a:ext>
            </a:extLst>
          </p:cNvPr>
          <p:cNvCxnSpPr>
            <a:cxnSpLocks/>
          </p:cNvCxnSpPr>
          <p:nvPr/>
        </p:nvCxnSpPr>
        <p:spPr>
          <a:xfrm>
            <a:off x="4107047" y="2225016"/>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317B5B6-E025-1F63-CD40-91730DF319EE}"/>
              </a:ext>
            </a:extLst>
          </p:cNvPr>
          <p:cNvCxnSpPr>
            <a:cxnSpLocks/>
          </p:cNvCxnSpPr>
          <p:nvPr/>
        </p:nvCxnSpPr>
        <p:spPr>
          <a:xfrm>
            <a:off x="7061927" y="2225015"/>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E3CAE64-9DFF-FC3F-65F8-3D952A2D09D7}"/>
              </a:ext>
            </a:extLst>
          </p:cNvPr>
          <p:cNvCxnSpPr>
            <a:cxnSpLocks/>
          </p:cNvCxnSpPr>
          <p:nvPr/>
        </p:nvCxnSpPr>
        <p:spPr>
          <a:xfrm>
            <a:off x="10118557" y="2225014"/>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27">
            <a:extLst>
              <a:ext uri="{FF2B5EF4-FFF2-40B4-BE49-F238E27FC236}">
                <a16:creationId xmlns:a16="http://schemas.microsoft.com/office/drawing/2014/main" id="{A4CDD37E-B738-7E99-4363-C7D76EB48F1A}"/>
              </a:ext>
            </a:extLst>
          </p:cNvPr>
          <p:cNvSpPr txBox="1"/>
          <p:nvPr/>
        </p:nvSpPr>
        <p:spPr>
          <a:xfrm>
            <a:off x="4468640" y="2217229"/>
            <a:ext cx="2527048" cy="584775"/>
          </a:xfrm>
          <a:prstGeom prst="rect">
            <a:avLst/>
          </a:prstGeom>
          <a:noFill/>
        </p:spPr>
        <p:txBody>
          <a:bodyPr wrap="square">
            <a:spAutoFit/>
          </a:bodyPr>
          <a:lstStyle/>
          <a:p>
            <a:r>
              <a:rPr lang="en-US" sz="1600" b="1" dirty="0">
                <a:solidFill>
                  <a:srgbClr val="C00000"/>
                </a:solidFill>
                <a:latin typeface="Times New Roman" panose="02020603050405020304" pitchFamily="18" charset="0"/>
                <a:cs typeface="Times New Roman" panose="02020603050405020304" pitchFamily="18" charset="0"/>
              </a:rPr>
              <a:t>Transformation affected these business processes</a:t>
            </a:r>
          </a:p>
        </p:txBody>
      </p:sp>
      <p:sp>
        <p:nvSpPr>
          <p:cNvPr id="34" name="文本框 27">
            <a:extLst>
              <a:ext uri="{FF2B5EF4-FFF2-40B4-BE49-F238E27FC236}">
                <a16:creationId xmlns:a16="http://schemas.microsoft.com/office/drawing/2014/main" id="{9B826F87-8351-9971-2215-BE6D52D28F78}"/>
              </a:ext>
            </a:extLst>
          </p:cNvPr>
          <p:cNvSpPr txBox="1"/>
          <p:nvPr/>
        </p:nvSpPr>
        <p:spPr>
          <a:xfrm>
            <a:off x="387774" y="3973850"/>
            <a:ext cx="1678095"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Operational Risks</a:t>
            </a:r>
          </a:p>
        </p:txBody>
      </p:sp>
      <p:sp>
        <p:nvSpPr>
          <p:cNvPr id="40" name="文本框 27">
            <a:extLst>
              <a:ext uri="{FF2B5EF4-FFF2-40B4-BE49-F238E27FC236}">
                <a16:creationId xmlns:a16="http://schemas.microsoft.com/office/drawing/2014/main" id="{33A00A22-2A99-9FA7-E39F-A1AE4B323AA5}"/>
              </a:ext>
            </a:extLst>
          </p:cNvPr>
          <p:cNvSpPr txBox="1"/>
          <p:nvPr/>
        </p:nvSpPr>
        <p:spPr>
          <a:xfrm>
            <a:off x="2286925" y="3973847"/>
            <a:ext cx="1678095"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Technical </a:t>
            </a:r>
          </a:p>
          <a:p>
            <a:pPr algn="ctr"/>
            <a:r>
              <a:rPr lang="en-US" dirty="0">
                <a:latin typeface="Times New Roman" panose="02020603050405020304" pitchFamily="18" charset="0"/>
                <a:cs typeface="Times New Roman" panose="02020603050405020304" pitchFamily="18" charset="0"/>
              </a:rPr>
              <a:t>Risks</a:t>
            </a:r>
          </a:p>
        </p:txBody>
      </p:sp>
      <p:sp>
        <p:nvSpPr>
          <p:cNvPr id="41" name="文本框 27">
            <a:extLst>
              <a:ext uri="{FF2B5EF4-FFF2-40B4-BE49-F238E27FC236}">
                <a16:creationId xmlns:a16="http://schemas.microsoft.com/office/drawing/2014/main" id="{CA9FB52E-9648-ABC3-4C19-2EE9D8244A76}"/>
              </a:ext>
            </a:extLst>
          </p:cNvPr>
          <p:cNvSpPr txBox="1"/>
          <p:nvPr/>
        </p:nvSpPr>
        <p:spPr>
          <a:xfrm>
            <a:off x="4186077" y="3973847"/>
            <a:ext cx="1678095"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Compliance Risk</a:t>
            </a:r>
          </a:p>
        </p:txBody>
      </p:sp>
      <p:sp>
        <p:nvSpPr>
          <p:cNvPr id="42" name="文本框 27">
            <a:extLst>
              <a:ext uri="{FF2B5EF4-FFF2-40B4-BE49-F238E27FC236}">
                <a16:creationId xmlns:a16="http://schemas.microsoft.com/office/drawing/2014/main" id="{7DE1E184-B1FD-8EAA-B800-2A2B8C99C8B1}"/>
              </a:ext>
            </a:extLst>
          </p:cNvPr>
          <p:cNvSpPr txBox="1"/>
          <p:nvPr/>
        </p:nvSpPr>
        <p:spPr>
          <a:xfrm>
            <a:off x="6150471" y="3973847"/>
            <a:ext cx="1678095"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Reputational Risks</a:t>
            </a:r>
          </a:p>
        </p:txBody>
      </p:sp>
      <p:sp>
        <p:nvSpPr>
          <p:cNvPr id="43" name="文本框 27">
            <a:extLst>
              <a:ext uri="{FF2B5EF4-FFF2-40B4-BE49-F238E27FC236}">
                <a16:creationId xmlns:a16="http://schemas.microsoft.com/office/drawing/2014/main" id="{E94FBB3A-EC17-3AF2-143F-D32DA87158FD}"/>
              </a:ext>
            </a:extLst>
          </p:cNvPr>
          <p:cNvSpPr txBox="1"/>
          <p:nvPr/>
        </p:nvSpPr>
        <p:spPr>
          <a:xfrm>
            <a:off x="8206101" y="3973847"/>
            <a:ext cx="1678095"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Strategic Opportunity</a:t>
            </a:r>
          </a:p>
        </p:txBody>
      </p:sp>
      <p:sp>
        <p:nvSpPr>
          <p:cNvPr id="44" name="文本框 27">
            <a:extLst>
              <a:ext uri="{FF2B5EF4-FFF2-40B4-BE49-F238E27FC236}">
                <a16:creationId xmlns:a16="http://schemas.microsoft.com/office/drawing/2014/main" id="{7D8801E3-89B2-E917-1BEE-087EC8E0271A}"/>
              </a:ext>
            </a:extLst>
          </p:cNvPr>
          <p:cNvSpPr txBox="1"/>
          <p:nvPr/>
        </p:nvSpPr>
        <p:spPr>
          <a:xfrm>
            <a:off x="10366915" y="3973847"/>
            <a:ext cx="1678095"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Financial</a:t>
            </a:r>
          </a:p>
          <a:p>
            <a:pPr algn="ctr"/>
            <a:r>
              <a:rPr lang="en-US" dirty="0">
                <a:latin typeface="Times New Roman" panose="02020603050405020304" pitchFamily="18" charset="0"/>
                <a:cs typeface="Times New Roman" panose="02020603050405020304" pitchFamily="18" charset="0"/>
              </a:rPr>
              <a:t> Risks</a:t>
            </a:r>
          </a:p>
        </p:txBody>
      </p:sp>
      <p:cxnSp>
        <p:nvCxnSpPr>
          <p:cNvPr id="45" name="Straight Arrow Connector 44">
            <a:extLst>
              <a:ext uri="{FF2B5EF4-FFF2-40B4-BE49-F238E27FC236}">
                <a16:creationId xmlns:a16="http://schemas.microsoft.com/office/drawing/2014/main" id="{48DF0956-9D7D-EB15-E09E-9AB4FB7A30F0}"/>
              </a:ext>
            </a:extLst>
          </p:cNvPr>
          <p:cNvCxnSpPr>
            <a:cxnSpLocks/>
          </p:cNvCxnSpPr>
          <p:nvPr/>
        </p:nvCxnSpPr>
        <p:spPr>
          <a:xfrm>
            <a:off x="1502847" y="3428990"/>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F346677E-3FAC-D289-DF1C-C8CCBE82FB4C}"/>
              </a:ext>
            </a:extLst>
          </p:cNvPr>
          <p:cNvCxnSpPr>
            <a:cxnSpLocks/>
          </p:cNvCxnSpPr>
          <p:nvPr/>
        </p:nvCxnSpPr>
        <p:spPr>
          <a:xfrm>
            <a:off x="4107047" y="3428990"/>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7C5073C-E329-1903-1597-66FD309B65CD}"/>
              </a:ext>
            </a:extLst>
          </p:cNvPr>
          <p:cNvCxnSpPr>
            <a:cxnSpLocks/>
          </p:cNvCxnSpPr>
          <p:nvPr/>
        </p:nvCxnSpPr>
        <p:spPr>
          <a:xfrm>
            <a:off x="7061927" y="3428990"/>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CC48A783-82DB-1DC6-7F22-F9CEC4193D4E}"/>
              </a:ext>
            </a:extLst>
          </p:cNvPr>
          <p:cNvCxnSpPr>
            <a:cxnSpLocks/>
          </p:cNvCxnSpPr>
          <p:nvPr/>
        </p:nvCxnSpPr>
        <p:spPr>
          <a:xfrm>
            <a:off x="10133382" y="3428989"/>
            <a:ext cx="0" cy="544857"/>
          </a:xfrm>
          <a:prstGeom prst="straightConnector1">
            <a:avLst/>
          </a:prstGeom>
          <a:ln>
            <a:solidFill>
              <a:srgbClr val="264653"/>
            </a:solidFill>
            <a:tailEnd type="triangle"/>
          </a:ln>
        </p:spPr>
        <p:style>
          <a:lnRef idx="1">
            <a:schemeClr val="accent1"/>
          </a:lnRef>
          <a:fillRef idx="0">
            <a:schemeClr val="accent1"/>
          </a:fillRef>
          <a:effectRef idx="0">
            <a:schemeClr val="accent1"/>
          </a:effectRef>
          <a:fontRef idx="minor">
            <a:schemeClr val="tx1"/>
          </a:fontRef>
        </p:style>
      </p:cxnSp>
      <p:sp>
        <p:nvSpPr>
          <p:cNvPr id="49" name="文本框 27">
            <a:extLst>
              <a:ext uri="{FF2B5EF4-FFF2-40B4-BE49-F238E27FC236}">
                <a16:creationId xmlns:a16="http://schemas.microsoft.com/office/drawing/2014/main" id="{E1576EBC-B34E-ADCD-8D3F-B010D7634BA2}"/>
              </a:ext>
            </a:extLst>
          </p:cNvPr>
          <p:cNvSpPr txBox="1"/>
          <p:nvPr/>
        </p:nvSpPr>
        <p:spPr>
          <a:xfrm>
            <a:off x="4496017" y="3532145"/>
            <a:ext cx="2527048" cy="338554"/>
          </a:xfrm>
          <a:prstGeom prst="rect">
            <a:avLst/>
          </a:prstGeom>
          <a:noFill/>
        </p:spPr>
        <p:txBody>
          <a:bodyPr wrap="square">
            <a:spAutoFit/>
          </a:bodyPr>
          <a:lstStyle/>
          <a:p>
            <a:r>
              <a:rPr lang="en-US" sz="1600" b="1" dirty="0">
                <a:solidFill>
                  <a:srgbClr val="C00000"/>
                </a:solidFill>
                <a:latin typeface="Times New Roman" panose="02020603050405020304" pitchFamily="18" charset="0"/>
                <a:cs typeface="Times New Roman" panose="02020603050405020304" pitchFamily="18" charset="0"/>
              </a:rPr>
              <a:t>Risk Exposure Created</a:t>
            </a:r>
          </a:p>
        </p:txBody>
      </p:sp>
      <p:sp>
        <p:nvSpPr>
          <p:cNvPr id="50" name="文本框 27">
            <a:extLst>
              <a:ext uri="{FF2B5EF4-FFF2-40B4-BE49-F238E27FC236}">
                <a16:creationId xmlns:a16="http://schemas.microsoft.com/office/drawing/2014/main" id="{0BAD53BB-AB51-A905-0464-5E257662A0D3}"/>
              </a:ext>
            </a:extLst>
          </p:cNvPr>
          <p:cNvSpPr txBox="1"/>
          <p:nvPr/>
        </p:nvSpPr>
        <p:spPr>
          <a:xfrm>
            <a:off x="132504" y="4724208"/>
            <a:ext cx="2188634" cy="2062103"/>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Inventory Forecast error</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Stockout risk</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Fulfillment Disruption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Inventory imbalance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Workforce scheduling</a:t>
            </a:r>
          </a:p>
        </p:txBody>
      </p:sp>
      <p:sp>
        <p:nvSpPr>
          <p:cNvPr id="51" name="文本框 27">
            <a:extLst>
              <a:ext uri="{FF2B5EF4-FFF2-40B4-BE49-F238E27FC236}">
                <a16:creationId xmlns:a16="http://schemas.microsoft.com/office/drawing/2014/main" id="{B5594A65-1D19-6185-EEFC-B03FEE837584}"/>
              </a:ext>
            </a:extLst>
          </p:cNvPr>
          <p:cNvSpPr txBox="1"/>
          <p:nvPr/>
        </p:nvSpPr>
        <p:spPr>
          <a:xfrm>
            <a:off x="2161546" y="4728778"/>
            <a:ext cx="2188634" cy="2062103"/>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Lagacy system integration failure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System downtime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AI platform unavailability</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quality failure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Excessive dependence</a:t>
            </a:r>
          </a:p>
        </p:txBody>
      </p:sp>
      <p:sp>
        <p:nvSpPr>
          <p:cNvPr id="52" name="文本框 27">
            <a:extLst>
              <a:ext uri="{FF2B5EF4-FFF2-40B4-BE49-F238E27FC236}">
                <a16:creationId xmlns:a16="http://schemas.microsoft.com/office/drawing/2014/main" id="{0DE91CEE-E095-A386-A971-3AE81102F02C}"/>
              </a:ext>
            </a:extLst>
          </p:cNvPr>
          <p:cNvSpPr txBox="1"/>
          <p:nvPr/>
        </p:nvSpPr>
        <p:spPr>
          <a:xfrm>
            <a:off x="4107047" y="4733348"/>
            <a:ext cx="2188634" cy="18158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Customer Data breach</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Information security risk</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Regulatory non-compliance and AI governance risk</a:t>
            </a:r>
          </a:p>
        </p:txBody>
      </p:sp>
      <p:sp>
        <p:nvSpPr>
          <p:cNvPr id="53" name="文本框 27">
            <a:extLst>
              <a:ext uri="{FF2B5EF4-FFF2-40B4-BE49-F238E27FC236}">
                <a16:creationId xmlns:a16="http://schemas.microsoft.com/office/drawing/2014/main" id="{F49D991B-55C2-6513-311C-0C1D33AA5D9A}"/>
              </a:ext>
            </a:extLst>
          </p:cNvPr>
          <p:cNvSpPr txBox="1"/>
          <p:nvPr/>
        </p:nvSpPr>
        <p:spPr>
          <a:xfrm>
            <a:off x="6095998" y="4733348"/>
            <a:ext cx="2188634" cy="18158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Brand damage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Customer migration risk</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Customer trust erosion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Negative public perception</a:t>
            </a:r>
          </a:p>
        </p:txBody>
      </p:sp>
      <p:sp>
        <p:nvSpPr>
          <p:cNvPr id="54" name="文本框 27">
            <a:extLst>
              <a:ext uri="{FF2B5EF4-FFF2-40B4-BE49-F238E27FC236}">
                <a16:creationId xmlns:a16="http://schemas.microsoft.com/office/drawing/2014/main" id="{E4BC239A-25B6-F079-BF53-BCC867DFE1B2}"/>
              </a:ext>
            </a:extLst>
          </p:cNvPr>
          <p:cNvSpPr txBox="1"/>
          <p:nvPr/>
        </p:nvSpPr>
        <p:spPr>
          <a:xfrm>
            <a:off x="8100497" y="4733348"/>
            <a:ext cx="2188634" cy="1077218"/>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AI-driven supply chain optimization and cost leadership opportunity</a:t>
            </a:r>
          </a:p>
        </p:txBody>
      </p:sp>
      <p:sp>
        <p:nvSpPr>
          <p:cNvPr id="55" name="文本框 27">
            <a:extLst>
              <a:ext uri="{FF2B5EF4-FFF2-40B4-BE49-F238E27FC236}">
                <a16:creationId xmlns:a16="http://schemas.microsoft.com/office/drawing/2014/main" id="{2BFD86C1-7C8D-19B9-2825-1CCD56C681F7}"/>
              </a:ext>
            </a:extLst>
          </p:cNvPr>
          <p:cNvSpPr txBox="1"/>
          <p:nvPr/>
        </p:nvSpPr>
        <p:spPr>
          <a:xfrm>
            <a:off x="10003366" y="4724207"/>
            <a:ext cx="2188634" cy="18158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ROI realization failure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Revenue Loss from AI service disruption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Inventory loss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Expected labor cost</a:t>
            </a:r>
          </a:p>
        </p:txBody>
      </p:sp>
    </p:spTree>
    <p:extLst>
      <p:ext uri="{BB962C8B-B14F-4D97-AF65-F5344CB8AC3E}">
        <p14:creationId xmlns:p14="http://schemas.microsoft.com/office/powerpoint/2010/main" val="3502461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40A9E-E78B-AB7C-8BBE-9CF0F8A9DAD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C8BD32BA-5973-5B2A-16A1-168896C05A39}"/>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48F3511E-F44B-ECC8-6F7C-8F145D3C1D26}"/>
              </a:ext>
            </a:extLst>
          </p:cNvPr>
          <p:cNvSpPr txBox="1"/>
          <p:nvPr/>
        </p:nvSpPr>
        <p:spPr>
          <a:xfrm>
            <a:off x="466795" y="579520"/>
            <a:ext cx="1102529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Risk Prioritization Using the heatmap Likelihood * Impact Analysis</a:t>
            </a:r>
          </a:p>
        </p:txBody>
      </p:sp>
      <p:cxnSp>
        <p:nvCxnSpPr>
          <p:cNvPr id="24" name="直接连接符 133">
            <a:extLst>
              <a:ext uri="{FF2B5EF4-FFF2-40B4-BE49-F238E27FC236}">
                <a16:creationId xmlns:a16="http://schemas.microsoft.com/office/drawing/2014/main" id="{06801A2C-BF57-94D4-1A0E-4F27B0FA74DF}"/>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pic>
        <p:nvPicPr>
          <p:cNvPr id="3" name="Picture 2">
            <a:extLst>
              <a:ext uri="{FF2B5EF4-FFF2-40B4-BE49-F238E27FC236}">
                <a16:creationId xmlns:a16="http://schemas.microsoft.com/office/drawing/2014/main" id="{76F1FFEB-AFA0-507A-C7CE-F9A680F5EF1E}"/>
              </a:ext>
            </a:extLst>
          </p:cNvPr>
          <p:cNvPicPr>
            <a:picLocks noChangeAspect="1"/>
          </p:cNvPicPr>
          <p:nvPr/>
        </p:nvPicPr>
        <p:blipFill>
          <a:blip r:embed="rId3"/>
          <a:stretch>
            <a:fillRect/>
          </a:stretch>
        </p:blipFill>
        <p:spPr>
          <a:xfrm>
            <a:off x="104820" y="1142097"/>
            <a:ext cx="9672833" cy="5492041"/>
          </a:xfrm>
          <a:prstGeom prst="rect">
            <a:avLst/>
          </a:prstGeom>
        </p:spPr>
      </p:pic>
      <p:sp>
        <p:nvSpPr>
          <p:cNvPr id="4" name="文本框 27">
            <a:extLst>
              <a:ext uri="{FF2B5EF4-FFF2-40B4-BE49-F238E27FC236}">
                <a16:creationId xmlns:a16="http://schemas.microsoft.com/office/drawing/2014/main" id="{4BC7BFEC-5140-286D-F956-1B090CA9AC3B}"/>
              </a:ext>
            </a:extLst>
          </p:cNvPr>
          <p:cNvSpPr txBox="1"/>
          <p:nvPr/>
        </p:nvSpPr>
        <p:spPr>
          <a:xfrm>
            <a:off x="9777653" y="1502850"/>
            <a:ext cx="2188634" cy="4770537"/>
          </a:xfrm>
          <a:prstGeom prst="rect">
            <a:avLst/>
          </a:prstGeom>
          <a:noFill/>
        </p:spPr>
        <p:txBody>
          <a:bodyPr wrap="square">
            <a:spAutoFit/>
          </a:bodyPr>
          <a:lstStyle/>
          <a:p>
            <a:r>
              <a:rPr lang="en-US" sz="1600" b="1" dirty="0">
                <a:solidFill>
                  <a:srgbClr val="C00000"/>
                </a:solidFill>
                <a:latin typeface="Times New Roman" panose="02020603050405020304" pitchFamily="18" charset="0"/>
                <a:cs typeface="Times New Roman" panose="02020603050405020304" pitchFamily="18" charset="0"/>
              </a:rPr>
              <a:t>Critical Risk Includes</a:t>
            </a:r>
            <a:r>
              <a:rPr lang="en-US" sz="16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R6: Legacy system Integration failure and Vendor Dependency</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R5: Inventory Forecast error, stockout risk and fulfillment Disruption</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R8: System Downtime and AI Platform Unavailability</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R7: Customer Data Breach and Information Security Risk</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1112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7CE59-50C1-03DF-AD73-DF165B513AFA}"/>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DDBFCD0D-7A00-A9D5-F83D-3E0E354C02A7}"/>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D28EA012-A5D0-E529-BFCC-E16DE2D3BA98}"/>
              </a:ext>
            </a:extLst>
          </p:cNvPr>
          <p:cNvSpPr txBox="1"/>
          <p:nvPr/>
        </p:nvSpPr>
        <p:spPr>
          <a:xfrm>
            <a:off x="466795" y="579520"/>
            <a:ext cx="1102529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Risk Prioritization Using the heatmap Likelihood * Impact Analysis</a:t>
            </a:r>
          </a:p>
        </p:txBody>
      </p:sp>
      <p:cxnSp>
        <p:nvCxnSpPr>
          <p:cNvPr id="24" name="直接连接符 133">
            <a:extLst>
              <a:ext uri="{FF2B5EF4-FFF2-40B4-BE49-F238E27FC236}">
                <a16:creationId xmlns:a16="http://schemas.microsoft.com/office/drawing/2014/main" id="{C8A97B86-160E-13ED-2AE0-2308B35DD026}"/>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4" name="文本框 27">
            <a:extLst>
              <a:ext uri="{FF2B5EF4-FFF2-40B4-BE49-F238E27FC236}">
                <a16:creationId xmlns:a16="http://schemas.microsoft.com/office/drawing/2014/main" id="{A4D1EA2B-4CD6-1C38-5DCC-5C230BAFF54C}"/>
              </a:ext>
            </a:extLst>
          </p:cNvPr>
          <p:cNvSpPr txBox="1"/>
          <p:nvPr/>
        </p:nvSpPr>
        <p:spPr>
          <a:xfrm>
            <a:off x="8985955" y="1672183"/>
            <a:ext cx="3036777" cy="4278094"/>
          </a:xfrm>
          <a:prstGeom prst="rect">
            <a:avLst/>
          </a:prstGeom>
          <a:noFill/>
        </p:spPr>
        <p:txBody>
          <a:bodyPr wrap="square">
            <a:spAutoFit/>
          </a:bodyPr>
          <a:lstStyle/>
          <a:p>
            <a:r>
              <a:rPr lang="en-US" sz="1600" b="1" dirty="0">
                <a:solidFill>
                  <a:srgbClr val="002060"/>
                </a:solidFill>
                <a:latin typeface="Times New Roman" panose="02020603050405020304" pitchFamily="18" charset="0"/>
                <a:cs typeface="Times New Roman" panose="02020603050405020304" pitchFamily="18" charset="0"/>
              </a:rPr>
              <a:t>These risks were identified as critical not only because they received the highest risk scores, but because they directly affect Walmart’s ability to successfully execute its AI transformation strategy. System integration, inventory forecasting, platform reliability, and cybersecurity represent the core operational and technological foundations of Walmart’s frontline operations. Failure in any of these areas could significantly impact revenue, customer experience, and long-term transformation outcomes.</a:t>
            </a:r>
            <a:endParaRPr lang="en-US" sz="1600" dirty="0">
              <a:solidFill>
                <a:srgbClr val="00206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EFCD14B-4D44-5AA1-3D19-0C8130D04160}"/>
              </a:ext>
            </a:extLst>
          </p:cNvPr>
          <p:cNvPicPr>
            <a:picLocks noChangeAspect="1"/>
          </p:cNvPicPr>
          <p:nvPr/>
        </p:nvPicPr>
        <p:blipFill>
          <a:blip r:embed="rId3"/>
          <a:stretch>
            <a:fillRect/>
          </a:stretch>
        </p:blipFill>
        <p:spPr>
          <a:xfrm>
            <a:off x="169268" y="1110612"/>
            <a:ext cx="8703798" cy="5747388"/>
          </a:xfrm>
          <a:prstGeom prst="rect">
            <a:avLst/>
          </a:prstGeom>
        </p:spPr>
      </p:pic>
    </p:spTree>
    <p:extLst>
      <p:ext uri="{BB962C8B-B14F-4D97-AF65-F5344CB8AC3E}">
        <p14:creationId xmlns:p14="http://schemas.microsoft.com/office/powerpoint/2010/main" val="311732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1BBF1-AEB8-5BA0-C66A-1D1F72228B96}"/>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D840D8C9-2D70-A0B6-BD5E-EA324E0323A2}"/>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EFD03D12-F9A9-41CC-B6C4-E3A75F879E1B}"/>
              </a:ext>
            </a:extLst>
          </p:cNvPr>
          <p:cNvSpPr txBox="1"/>
          <p:nvPr/>
        </p:nvSpPr>
        <p:spPr>
          <a:xfrm>
            <a:off x="466795" y="579520"/>
            <a:ext cx="1102529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Risk Prioritization Using the heatmap Likelihood * Impact Analysis</a:t>
            </a:r>
          </a:p>
        </p:txBody>
      </p:sp>
      <p:cxnSp>
        <p:nvCxnSpPr>
          <p:cNvPr id="24" name="直接连接符 133">
            <a:extLst>
              <a:ext uri="{FF2B5EF4-FFF2-40B4-BE49-F238E27FC236}">
                <a16:creationId xmlns:a16="http://schemas.microsoft.com/office/drawing/2014/main" id="{2C210132-57DF-B0D2-F1A8-AFC473725F72}"/>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2" name="文本框 27">
            <a:extLst>
              <a:ext uri="{FF2B5EF4-FFF2-40B4-BE49-F238E27FC236}">
                <a16:creationId xmlns:a16="http://schemas.microsoft.com/office/drawing/2014/main" id="{2A03516B-667B-FFA5-2D42-ACA964CDC71E}"/>
              </a:ext>
            </a:extLst>
          </p:cNvPr>
          <p:cNvSpPr txBox="1"/>
          <p:nvPr/>
        </p:nvSpPr>
        <p:spPr>
          <a:xfrm>
            <a:off x="466795" y="1118128"/>
            <a:ext cx="11484187" cy="400110"/>
          </a:xfrm>
          <a:prstGeom prst="rect">
            <a:avLst/>
          </a:prstGeom>
          <a:noFill/>
        </p:spPr>
        <p:txBody>
          <a:bodyPr wrap="square">
            <a:spAutoFit/>
          </a:bodyPr>
          <a:lstStyle/>
          <a:p>
            <a:r>
              <a:rPr lang="en-US" sz="2000" b="1" dirty="0">
                <a:solidFill>
                  <a:srgbClr val="5F9DB6"/>
                </a:solidFill>
                <a:latin typeface="Times New Roman" panose="02020603050405020304" pitchFamily="18" charset="0"/>
                <a:cs typeface="Times New Roman" panose="02020603050405020304" pitchFamily="18" charset="0"/>
              </a:rPr>
              <a:t>Based on research and understanding of Walmart scale, this is how we define those risk as </a:t>
            </a:r>
            <a:r>
              <a:rPr lang="en-US" sz="2000" b="1" dirty="0">
                <a:solidFill>
                  <a:srgbClr val="C00000"/>
                </a:solidFill>
                <a:latin typeface="Times New Roman" panose="02020603050405020304" pitchFamily="18" charset="0"/>
                <a:cs typeface="Times New Roman" panose="02020603050405020304" pitchFamily="18" charset="0"/>
              </a:rPr>
              <a:t>Critical</a:t>
            </a:r>
          </a:p>
        </p:txBody>
      </p:sp>
      <p:sp>
        <p:nvSpPr>
          <p:cNvPr id="3" name="文本框 27">
            <a:extLst>
              <a:ext uri="{FF2B5EF4-FFF2-40B4-BE49-F238E27FC236}">
                <a16:creationId xmlns:a16="http://schemas.microsoft.com/office/drawing/2014/main" id="{6ACB07C5-1EEF-387B-91B5-E044702F0DEF}"/>
              </a:ext>
            </a:extLst>
          </p:cNvPr>
          <p:cNvSpPr txBox="1"/>
          <p:nvPr/>
        </p:nvSpPr>
        <p:spPr>
          <a:xfrm>
            <a:off x="466795" y="1739919"/>
            <a:ext cx="4963161"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R6: Legacy System Integration Failure and Vendor Dependency</a:t>
            </a:r>
          </a:p>
        </p:txBody>
      </p:sp>
      <p:sp>
        <p:nvSpPr>
          <p:cNvPr id="6" name="文本框 27">
            <a:extLst>
              <a:ext uri="{FF2B5EF4-FFF2-40B4-BE49-F238E27FC236}">
                <a16:creationId xmlns:a16="http://schemas.microsoft.com/office/drawing/2014/main" id="{28F69BD9-B81A-E885-5F0F-DB8EBEA37B74}"/>
              </a:ext>
            </a:extLst>
          </p:cNvPr>
          <p:cNvSpPr txBox="1"/>
          <p:nvPr/>
        </p:nvSpPr>
        <p:spPr>
          <a:xfrm>
            <a:off x="359549" y="2447805"/>
            <a:ext cx="5232117" cy="1569660"/>
          </a:xfrm>
          <a:prstGeom prst="rect">
            <a:avLst/>
          </a:prstGeom>
          <a:noFill/>
        </p:spPr>
        <p:txBody>
          <a:bodyPr wrap="square">
            <a:spAutoFit/>
          </a:bodyPr>
          <a:lstStyle/>
          <a:p>
            <a:r>
              <a:rPr lang="en-US" sz="1600" b="1" dirty="0">
                <a:solidFill>
                  <a:srgbClr val="264653"/>
                </a:solidFill>
                <a:latin typeface="Times New Roman" panose="02020603050405020304" pitchFamily="18" charset="0"/>
                <a:cs typeface="Times New Roman" panose="02020603050405020304" pitchFamily="18" charset="0"/>
              </a:rPr>
              <a:t>Why high</a:t>
            </a:r>
            <a:r>
              <a:rPr lang="en-US" sz="1600" dirty="0">
                <a:solidFill>
                  <a:srgbClr val="264653"/>
                </a:solidFill>
                <a:latin typeface="Times New Roman" panose="02020603050405020304" pitchFamily="18" charset="0"/>
                <a:cs typeface="Times New Roman" panose="02020603050405020304" pitchFamily="18" charset="0"/>
              </a:rPr>
              <a:t>: AI systems must integrate with Walmart's existing inventory, fulfillment, and workforce management platforms. The scale and complexity of these legacy systems significantly increase implementation risk.  </a:t>
            </a:r>
          </a:p>
          <a:p>
            <a:r>
              <a:rPr lang="en-US" sz="1600" b="1" dirty="0">
                <a:solidFill>
                  <a:srgbClr val="264653"/>
                </a:solidFill>
                <a:latin typeface="Times New Roman" panose="02020603050405020304" pitchFamily="18" charset="0"/>
                <a:cs typeface="Times New Roman" panose="02020603050405020304" pitchFamily="18" charset="0"/>
              </a:rPr>
              <a:t>Potential Impact</a:t>
            </a:r>
            <a:r>
              <a:rPr lang="en-US" sz="1600" dirty="0">
                <a:solidFill>
                  <a:srgbClr val="264653"/>
                </a:solidFill>
                <a:latin typeface="Times New Roman" panose="02020603050405020304" pitchFamily="18" charset="0"/>
                <a:cs typeface="Times New Roman" panose="02020603050405020304" pitchFamily="18" charset="0"/>
              </a:rPr>
              <a:t>: AI deployment failure, operational disruption</a:t>
            </a:r>
          </a:p>
        </p:txBody>
      </p:sp>
      <p:sp>
        <p:nvSpPr>
          <p:cNvPr id="7" name="文本框 27">
            <a:extLst>
              <a:ext uri="{FF2B5EF4-FFF2-40B4-BE49-F238E27FC236}">
                <a16:creationId xmlns:a16="http://schemas.microsoft.com/office/drawing/2014/main" id="{A2667CBE-257B-6D8B-F38A-169FAEFF7051}"/>
              </a:ext>
            </a:extLst>
          </p:cNvPr>
          <p:cNvSpPr txBox="1"/>
          <p:nvPr/>
        </p:nvSpPr>
        <p:spPr>
          <a:xfrm>
            <a:off x="466795" y="4463740"/>
            <a:ext cx="4963161"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R5:Inventory Forecast error, stockout risk and fulfillment disruption</a:t>
            </a:r>
          </a:p>
        </p:txBody>
      </p:sp>
      <p:sp>
        <p:nvSpPr>
          <p:cNvPr id="8" name="文本框 27">
            <a:extLst>
              <a:ext uri="{FF2B5EF4-FFF2-40B4-BE49-F238E27FC236}">
                <a16:creationId xmlns:a16="http://schemas.microsoft.com/office/drawing/2014/main" id="{BDFB6897-8C3E-F77B-4DD6-000BC4B8CB1B}"/>
              </a:ext>
            </a:extLst>
          </p:cNvPr>
          <p:cNvSpPr txBox="1"/>
          <p:nvPr/>
        </p:nvSpPr>
        <p:spPr>
          <a:xfrm>
            <a:off x="412326" y="5187015"/>
            <a:ext cx="5232118" cy="1569660"/>
          </a:xfrm>
          <a:prstGeom prst="rect">
            <a:avLst/>
          </a:prstGeom>
          <a:noFill/>
        </p:spPr>
        <p:txBody>
          <a:bodyPr wrap="square">
            <a:spAutoFit/>
          </a:bodyPr>
          <a:lstStyle/>
          <a:p>
            <a:r>
              <a:rPr lang="en-US" sz="1600" b="1" dirty="0">
                <a:solidFill>
                  <a:srgbClr val="264653"/>
                </a:solidFill>
                <a:latin typeface="Times New Roman" panose="02020603050405020304" pitchFamily="18" charset="0"/>
                <a:cs typeface="Times New Roman" panose="02020603050405020304" pitchFamily="18" charset="0"/>
              </a:rPr>
              <a:t>Why high</a:t>
            </a:r>
            <a:r>
              <a:rPr lang="en-US" sz="1600" dirty="0">
                <a:solidFill>
                  <a:srgbClr val="264653"/>
                </a:solidFill>
                <a:latin typeface="Times New Roman" panose="02020603050405020304" pitchFamily="18" charset="0"/>
                <a:cs typeface="Times New Roman" panose="02020603050405020304" pitchFamily="18" charset="0"/>
              </a:rPr>
              <a:t>: Inventory forecasting directly supports Walmart's store replenishment and fulfillment operations. Even small forecasting errors can affect thousands of stores and millions of products.</a:t>
            </a:r>
          </a:p>
          <a:p>
            <a:r>
              <a:rPr lang="en-US" sz="1600" b="1" dirty="0">
                <a:solidFill>
                  <a:srgbClr val="264653"/>
                </a:solidFill>
                <a:latin typeface="Times New Roman" panose="02020603050405020304" pitchFamily="18" charset="0"/>
                <a:cs typeface="Times New Roman" panose="02020603050405020304" pitchFamily="18" charset="0"/>
              </a:rPr>
              <a:t>Potential Impact</a:t>
            </a:r>
            <a:r>
              <a:rPr lang="en-US" sz="1600" dirty="0">
                <a:solidFill>
                  <a:srgbClr val="264653"/>
                </a:solidFill>
                <a:latin typeface="Times New Roman" panose="02020603050405020304" pitchFamily="18" charset="0"/>
                <a:cs typeface="Times New Roman" panose="02020603050405020304" pitchFamily="18" charset="0"/>
              </a:rPr>
              <a:t>: Stockouts, lost sales, fulfillment disruption</a:t>
            </a:r>
          </a:p>
        </p:txBody>
      </p:sp>
      <p:sp>
        <p:nvSpPr>
          <p:cNvPr id="10" name="文本框 27">
            <a:extLst>
              <a:ext uri="{FF2B5EF4-FFF2-40B4-BE49-F238E27FC236}">
                <a16:creationId xmlns:a16="http://schemas.microsoft.com/office/drawing/2014/main" id="{9BEFFF65-11D8-6E70-B23E-DB959678160C}"/>
              </a:ext>
            </a:extLst>
          </p:cNvPr>
          <p:cNvSpPr txBox="1"/>
          <p:nvPr/>
        </p:nvSpPr>
        <p:spPr>
          <a:xfrm>
            <a:off x="7031283" y="1739918"/>
            <a:ext cx="4460805"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R8: System Downtime and AI Platform Unavailability</a:t>
            </a:r>
          </a:p>
        </p:txBody>
      </p:sp>
      <p:sp>
        <p:nvSpPr>
          <p:cNvPr id="12" name="文本框 27">
            <a:extLst>
              <a:ext uri="{FF2B5EF4-FFF2-40B4-BE49-F238E27FC236}">
                <a16:creationId xmlns:a16="http://schemas.microsoft.com/office/drawing/2014/main" id="{DF38F0B8-6BC6-1C77-A169-C6DBEB866D7B}"/>
              </a:ext>
            </a:extLst>
          </p:cNvPr>
          <p:cNvSpPr txBox="1"/>
          <p:nvPr/>
        </p:nvSpPr>
        <p:spPr>
          <a:xfrm>
            <a:off x="6757528" y="2447805"/>
            <a:ext cx="5232118" cy="1323439"/>
          </a:xfrm>
          <a:prstGeom prst="rect">
            <a:avLst/>
          </a:prstGeom>
          <a:noFill/>
        </p:spPr>
        <p:txBody>
          <a:bodyPr wrap="square">
            <a:spAutoFit/>
          </a:bodyPr>
          <a:lstStyle/>
          <a:p>
            <a:r>
              <a:rPr lang="en-US" sz="1600" b="1" dirty="0">
                <a:solidFill>
                  <a:srgbClr val="264653"/>
                </a:solidFill>
                <a:latin typeface="Times New Roman" panose="02020603050405020304" pitchFamily="18" charset="0"/>
                <a:cs typeface="Times New Roman" panose="02020603050405020304" pitchFamily="18" charset="0"/>
              </a:rPr>
              <a:t>Why high</a:t>
            </a:r>
            <a:r>
              <a:rPr lang="en-US" sz="1600" dirty="0">
                <a:solidFill>
                  <a:srgbClr val="264653"/>
                </a:solidFill>
                <a:latin typeface="Times New Roman" panose="02020603050405020304" pitchFamily="18" charset="0"/>
                <a:cs typeface="Times New Roman" panose="02020603050405020304" pitchFamily="18" charset="0"/>
              </a:rPr>
              <a:t>: Frontline operations increasingly depend on AI-driven scheduling, inventory management, and fulfillment systems. Platform outages can affect multiple business functions simultaneously.</a:t>
            </a:r>
          </a:p>
          <a:p>
            <a:r>
              <a:rPr lang="en-US" sz="1600" b="1" dirty="0">
                <a:solidFill>
                  <a:srgbClr val="264653"/>
                </a:solidFill>
                <a:latin typeface="Times New Roman" panose="02020603050405020304" pitchFamily="18" charset="0"/>
                <a:cs typeface="Times New Roman" panose="02020603050405020304" pitchFamily="18" charset="0"/>
              </a:rPr>
              <a:t>Potential Impact</a:t>
            </a:r>
            <a:r>
              <a:rPr lang="en-US" sz="1600" dirty="0">
                <a:solidFill>
                  <a:srgbClr val="264653"/>
                </a:solidFill>
                <a:latin typeface="Times New Roman" panose="02020603050405020304" pitchFamily="18" charset="0"/>
                <a:cs typeface="Times New Roman" panose="02020603050405020304" pitchFamily="18" charset="0"/>
              </a:rPr>
              <a:t>: Service interruption, revenue loss</a:t>
            </a:r>
          </a:p>
        </p:txBody>
      </p:sp>
      <p:sp>
        <p:nvSpPr>
          <p:cNvPr id="13" name="文本框 27">
            <a:extLst>
              <a:ext uri="{FF2B5EF4-FFF2-40B4-BE49-F238E27FC236}">
                <a16:creationId xmlns:a16="http://schemas.microsoft.com/office/drawing/2014/main" id="{D3DA4C6F-70C9-71CE-3333-1D275BEE47AE}"/>
              </a:ext>
            </a:extLst>
          </p:cNvPr>
          <p:cNvSpPr txBox="1"/>
          <p:nvPr/>
        </p:nvSpPr>
        <p:spPr>
          <a:xfrm>
            <a:off x="7031282" y="4463740"/>
            <a:ext cx="4460806" cy="646331"/>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R7: Customer Data Breach and Information Security Risk</a:t>
            </a:r>
          </a:p>
        </p:txBody>
      </p:sp>
      <p:sp>
        <p:nvSpPr>
          <p:cNvPr id="14" name="文本框 27">
            <a:extLst>
              <a:ext uri="{FF2B5EF4-FFF2-40B4-BE49-F238E27FC236}">
                <a16:creationId xmlns:a16="http://schemas.microsoft.com/office/drawing/2014/main" id="{F7B291A5-5A8E-B8F6-EF1A-DE580269971C}"/>
              </a:ext>
            </a:extLst>
          </p:cNvPr>
          <p:cNvSpPr txBox="1"/>
          <p:nvPr/>
        </p:nvSpPr>
        <p:spPr>
          <a:xfrm>
            <a:off x="6757528" y="5187014"/>
            <a:ext cx="5232118" cy="1077218"/>
          </a:xfrm>
          <a:prstGeom prst="rect">
            <a:avLst/>
          </a:prstGeom>
          <a:noFill/>
        </p:spPr>
        <p:txBody>
          <a:bodyPr wrap="square">
            <a:spAutoFit/>
          </a:bodyPr>
          <a:lstStyle/>
          <a:p>
            <a:r>
              <a:rPr lang="en-US" sz="1600" b="1" dirty="0">
                <a:solidFill>
                  <a:srgbClr val="264653"/>
                </a:solidFill>
                <a:latin typeface="Times New Roman" panose="02020603050405020304" pitchFamily="18" charset="0"/>
                <a:cs typeface="Times New Roman" panose="02020603050405020304" pitchFamily="18" charset="0"/>
              </a:rPr>
              <a:t>Why high</a:t>
            </a:r>
            <a:r>
              <a:rPr lang="en-US" sz="1600" dirty="0">
                <a:solidFill>
                  <a:srgbClr val="264653"/>
                </a:solidFill>
                <a:latin typeface="Times New Roman" panose="02020603050405020304" pitchFamily="18" charset="0"/>
                <a:cs typeface="Times New Roman" panose="02020603050405020304" pitchFamily="18" charset="0"/>
              </a:rPr>
              <a:t>: AI transformation increases the volume of customer and operational data being processed, creating greater cybersecurity exposure.</a:t>
            </a:r>
          </a:p>
          <a:p>
            <a:r>
              <a:rPr lang="en-US" sz="1600" b="1" dirty="0">
                <a:solidFill>
                  <a:srgbClr val="264653"/>
                </a:solidFill>
                <a:latin typeface="Times New Roman" panose="02020603050405020304" pitchFamily="18" charset="0"/>
                <a:cs typeface="Times New Roman" panose="02020603050405020304" pitchFamily="18" charset="0"/>
              </a:rPr>
              <a:t>Potential Impact: </a:t>
            </a:r>
            <a:r>
              <a:rPr lang="en-US" sz="1600" dirty="0">
                <a:solidFill>
                  <a:srgbClr val="264653"/>
                </a:solidFill>
                <a:latin typeface="Times New Roman" panose="02020603050405020304" pitchFamily="18" charset="0"/>
                <a:cs typeface="Times New Roman" panose="02020603050405020304" pitchFamily="18" charset="0"/>
              </a:rPr>
              <a:t>Fines, reputation damage, trust erosion</a:t>
            </a:r>
          </a:p>
        </p:txBody>
      </p:sp>
    </p:spTree>
    <p:extLst>
      <p:ext uri="{BB962C8B-B14F-4D97-AF65-F5344CB8AC3E}">
        <p14:creationId xmlns:p14="http://schemas.microsoft.com/office/powerpoint/2010/main" val="48883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74B59-83B9-BC8B-3B3A-29068A7EE1B0}"/>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D8DF247A-7FF8-EB6E-16B2-BE1F2F53E514}"/>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E4140B56-9505-1606-1793-4E741F2D9A8C}"/>
              </a:ext>
            </a:extLst>
          </p:cNvPr>
          <p:cNvSpPr txBox="1"/>
          <p:nvPr/>
        </p:nvSpPr>
        <p:spPr>
          <a:xfrm>
            <a:off x="466796" y="579520"/>
            <a:ext cx="971578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Key Risk Indicators (KRIs) Early Warning System</a:t>
            </a:r>
          </a:p>
        </p:txBody>
      </p:sp>
      <p:cxnSp>
        <p:nvCxnSpPr>
          <p:cNvPr id="24" name="直接连接符 133">
            <a:extLst>
              <a:ext uri="{FF2B5EF4-FFF2-40B4-BE49-F238E27FC236}">
                <a16:creationId xmlns:a16="http://schemas.microsoft.com/office/drawing/2014/main" id="{7DBF26E4-E6D1-2621-503A-793F49CFF5CF}"/>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2" name="文本框 27">
            <a:extLst>
              <a:ext uri="{FF2B5EF4-FFF2-40B4-BE49-F238E27FC236}">
                <a16:creationId xmlns:a16="http://schemas.microsoft.com/office/drawing/2014/main" id="{B96F6405-134D-C642-2EAF-5DFBE9EA6178}"/>
              </a:ext>
            </a:extLst>
          </p:cNvPr>
          <p:cNvSpPr txBox="1"/>
          <p:nvPr/>
        </p:nvSpPr>
        <p:spPr>
          <a:xfrm>
            <a:off x="233397" y="1026324"/>
            <a:ext cx="11725205" cy="400110"/>
          </a:xfrm>
          <a:prstGeom prst="rect">
            <a:avLst/>
          </a:prstGeom>
          <a:noFill/>
        </p:spPr>
        <p:txBody>
          <a:bodyPr wrap="square">
            <a:spAutoFit/>
          </a:bodyPr>
          <a:lstStyle/>
          <a:p>
            <a:r>
              <a:rPr lang="en-US" sz="2000" b="1" dirty="0">
                <a:solidFill>
                  <a:srgbClr val="002060"/>
                </a:solidFill>
                <a:latin typeface="Times New Roman" panose="02020603050405020304" pitchFamily="18" charset="0"/>
                <a:cs typeface="Times New Roman" panose="02020603050405020304" pitchFamily="18" charset="0"/>
              </a:rPr>
              <a:t>The purpose is to monitoring leading indicators to proactively manage Walmart's highest-priority AI risks</a:t>
            </a:r>
          </a:p>
        </p:txBody>
      </p:sp>
      <p:sp>
        <p:nvSpPr>
          <p:cNvPr id="7" name="文本框 27">
            <a:extLst>
              <a:ext uri="{FF2B5EF4-FFF2-40B4-BE49-F238E27FC236}">
                <a16:creationId xmlns:a16="http://schemas.microsoft.com/office/drawing/2014/main" id="{14C77072-A589-0E0A-BE02-4D51FD2C3358}"/>
              </a:ext>
            </a:extLst>
          </p:cNvPr>
          <p:cNvSpPr txBox="1"/>
          <p:nvPr/>
        </p:nvSpPr>
        <p:spPr>
          <a:xfrm>
            <a:off x="323708" y="6131723"/>
            <a:ext cx="11868292" cy="646331"/>
          </a:xfrm>
          <a:prstGeom prst="rect">
            <a:avLst/>
          </a:prstGeom>
          <a:noFill/>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KRIs enable Walmart to proactively monitor critical AI risks and identify warning signs before operational, financial, security, or compliance issues escalate.</a:t>
            </a:r>
          </a:p>
        </p:txBody>
      </p:sp>
      <p:pic>
        <p:nvPicPr>
          <p:cNvPr id="10" name="Picture 9">
            <a:extLst>
              <a:ext uri="{FF2B5EF4-FFF2-40B4-BE49-F238E27FC236}">
                <a16:creationId xmlns:a16="http://schemas.microsoft.com/office/drawing/2014/main" id="{4CFA1916-6F16-B703-F4B7-111461AD621A}"/>
              </a:ext>
            </a:extLst>
          </p:cNvPr>
          <p:cNvPicPr>
            <a:picLocks noChangeAspect="1"/>
          </p:cNvPicPr>
          <p:nvPr/>
        </p:nvPicPr>
        <p:blipFill>
          <a:blip r:embed="rId3"/>
          <a:stretch>
            <a:fillRect/>
          </a:stretch>
        </p:blipFill>
        <p:spPr>
          <a:xfrm>
            <a:off x="455423" y="1487989"/>
            <a:ext cx="11281153" cy="4486288"/>
          </a:xfrm>
          <a:prstGeom prst="rect">
            <a:avLst/>
          </a:prstGeom>
        </p:spPr>
      </p:pic>
    </p:spTree>
    <p:extLst>
      <p:ext uri="{BB962C8B-B14F-4D97-AF65-F5344CB8AC3E}">
        <p14:creationId xmlns:p14="http://schemas.microsoft.com/office/powerpoint/2010/main" val="1332407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8922A-DD86-5391-317A-9F82A5B527C8}"/>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1982E708-95F9-4868-9746-1F0907941277}"/>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C16ED66B-0628-19FC-5FC7-BA0CCC70B9F9}"/>
              </a:ext>
            </a:extLst>
          </p:cNvPr>
          <p:cNvSpPr txBox="1"/>
          <p:nvPr/>
        </p:nvSpPr>
        <p:spPr>
          <a:xfrm>
            <a:off x="466796" y="579520"/>
            <a:ext cx="971578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Quantitative Risk Assessment</a:t>
            </a:r>
            <a:r>
              <a:rPr lang="en-US" sz="2400" b="1" dirty="0">
                <a:solidFill>
                  <a:srgbClr val="2A9D8F"/>
                </a:solidFill>
                <a:latin typeface="Posterama" panose="020B0504020200020000" pitchFamily="34" charset="0"/>
                <a:cs typeface="Posterama" panose="020B0504020200020000" pitchFamily="34" charset="0"/>
              </a:rPr>
              <a:t> &amp; L&amp;W A</a:t>
            </a:r>
            <a:r>
              <a:rPr lang="en-US" altLang="zh-CN" sz="2400" b="1" dirty="0">
                <a:solidFill>
                  <a:srgbClr val="2A9D8F"/>
                </a:solidFill>
                <a:latin typeface="Posterama" panose="020B0504020200020000" pitchFamily="34" charset="0"/>
                <a:cs typeface="Posterama" panose="020B0504020200020000" pitchFamily="34" charset="0"/>
              </a:rPr>
              <a:t>nalysis</a:t>
            </a:r>
            <a:endPar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endParaRPr>
          </a:p>
        </p:txBody>
      </p:sp>
      <p:cxnSp>
        <p:nvCxnSpPr>
          <p:cNvPr id="24" name="直接连接符 133">
            <a:extLst>
              <a:ext uri="{FF2B5EF4-FFF2-40B4-BE49-F238E27FC236}">
                <a16:creationId xmlns:a16="http://schemas.microsoft.com/office/drawing/2014/main" id="{7490772E-AF3A-619B-F0D2-8EE0E4E3857F}"/>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2" name="文本框 27">
            <a:extLst>
              <a:ext uri="{FF2B5EF4-FFF2-40B4-BE49-F238E27FC236}">
                <a16:creationId xmlns:a16="http://schemas.microsoft.com/office/drawing/2014/main" id="{A6B01D85-CC25-1B21-0017-B2DCBEFCDF4F}"/>
              </a:ext>
            </a:extLst>
          </p:cNvPr>
          <p:cNvSpPr txBox="1"/>
          <p:nvPr/>
        </p:nvSpPr>
        <p:spPr>
          <a:xfrm>
            <a:off x="466795" y="1041185"/>
            <a:ext cx="11725205" cy="400110"/>
          </a:xfrm>
          <a:prstGeom prst="rect">
            <a:avLst/>
          </a:prstGeom>
          <a:noFill/>
        </p:spPr>
        <p:txBody>
          <a:bodyPr wrap="square">
            <a:spAutoFit/>
          </a:bodyPr>
          <a:lstStyle/>
          <a:p>
            <a:r>
              <a:rPr lang="en-US" sz="2000" b="1" dirty="0">
                <a:solidFill>
                  <a:srgbClr val="002060"/>
                </a:solidFill>
                <a:latin typeface="Times New Roman" panose="02020603050405020304" pitchFamily="18" charset="0"/>
                <a:cs typeface="Times New Roman" panose="02020603050405020304" pitchFamily="18" charset="0"/>
              </a:rPr>
              <a:t>The purpose of this step is to evaluating probability, financial impact and warning levels of key risks</a:t>
            </a:r>
          </a:p>
        </p:txBody>
      </p:sp>
      <p:graphicFrame>
        <p:nvGraphicFramePr>
          <p:cNvPr id="10" name="Table 9">
            <a:extLst>
              <a:ext uri="{FF2B5EF4-FFF2-40B4-BE49-F238E27FC236}">
                <a16:creationId xmlns:a16="http://schemas.microsoft.com/office/drawing/2014/main" id="{7AC5751D-6E74-344F-0315-AE48A5F06503}"/>
              </a:ext>
            </a:extLst>
          </p:cNvPr>
          <p:cNvGraphicFramePr>
            <a:graphicFrameLocks noGrp="1"/>
          </p:cNvGraphicFramePr>
          <p:nvPr>
            <p:extLst>
              <p:ext uri="{D42A27DB-BD31-4B8C-83A1-F6EECF244321}">
                <p14:modId xmlns:p14="http://schemas.microsoft.com/office/powerpoint/2010/main" val="4041847212"/>
              </p:ext>
            </p:extLst>
          </p:nvPr>
        </p:nvGraphicFramePr>
        <p:xfrm>
          <a:off x="466795" y="1502850"/>
          <a:ext cx="10867250" cy="2225040"/>
        </p:xfrm>
        <a:graphic>
          <a:graphicData uri="http://schemas.openxmlformats.org/drawingml/2006/table">
            <a:tbl>
              <a:tblPr firstRow="1" bandRow="1">
                <a:tableStyleId>{91EBBBCC-DAD2-459C-BE2E-F6DE35CF9A28}</a:tableStyleId>
              </a:tblPr>
              <a:tblGrid>
                <a:gridCol w="1012049">
                  <a:extLst>
                    <a:ext uri="{9D8B030D-6E8A-4147-A177-3AD203B41FA5}">
                      <a16:colId xmlns:a16="http://schemas.microsoft.com/office/drawing/2014/main" val="4220244712"/>
                    </a:ext>
                  </a:extLst>
                </a:gridCol>
                <a:gridCol w="6604000">
                  <a:extLst>
                    <a:ext uri="{9D8B030D-6E8A-4147-A177-3AD203B41FA5}">
                      <a16:colId xmlns:a16="http://schemas.microsoft.com/office/drawing/2014/main" val="770173141"/>
                    </a:ext>
                  </a:extLst>
                </a:gridCol>
                <a:gridCol w="1411112">
                  <a:extLst>
                    <a:ext uri="{9D8B030D-6E8A-4147-A177-3AD203B41FA5}">
                      <a16:colId xmlns:a16="http://schemas.microsoft.com/office/drawing/2014/main" val="3737442313"/>
                    </a:ext>
                  </a:extLst>
                </a:gridCol>
                <a:gridCol w="1840089">
                  <a:extLst>
                    <a:ext uri="{9D8B030D-6E8A-4147-A177-3AD203B41FA5}">
                      <a16:colId xmlns:a16="http://schemas.microsoft.com/office/drawing/2014/main" val="3434994375"/>
                    </a:ext>
                  </a:extLst>
                </a:gridCol>
              </a:tblGrid>
              <a:tr h="370840">
                <a:tc>
                  <a:txBody>
                    <a:bodyPr/>
                    <a:lstStyle/>
                    <a:p>
                      <a:r>
                        <a:rPr lang="en-US" dirty="0">
                          <a:solidFill>
                            <a:schemeClr val="tx1"/>
                          </a:solidFill>
                          <a:latin typeface="Times New Roman" panose="02020603050405020304" pitchFamily="18" charset="0"/>
                          <a:cs typeface="Times New Roman" panose="02020603050405020304" pitchFamily="18" charset="0"/>
                        </a:rPr>
                        <a:t>R</a:t>
                      </a:r>
                      <a:r>
                        <a:rPr lang="en-US" altLang="zh-CN" dirty="0">
                          <a:solidFill>
                            <a:schemeClr val="tx1"/>
                          </a:solidFill>
                          <a:latin typeface="Times New Roman" panose="02020603050405020304" pitchFamily="18" charset="0"/>
                          <a:cs typeface="Times New Roman" panose="02020603050405020304" pitchFamily="18" charset="0"/>
                        </a:rPr>
                        <a:t>isk ID</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Risk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Probability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Expected Loss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7230318"/>
                  </a:ext>
                </a:extLst>
              </a:tr>
              <a:tr h="370840">
                <a:tc>
                  <a:txBody>
                    <a:bodyPr/>
                    <a:lstStyle/>
                    <a:p>
                      <a:r>
                        <a:rPr lang="en-US" dirty="0">
                          <a:solidFill>
                            <a:schemeClr val="tx1"/>
                          </a:solidFill>
                          <a:latin typeface="Times New Roman" panose="02020603050405020304" pitchFamily="18" charset="0"/>
                          <a:cs typeface="Times New Roman" panose="02020603050405020304" pitchFamily="18" charset="0"/>
                        </a:rPr>
                        <a:t>R5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Inventory Forecast error, stockout risk and fulfillment Disruption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-$5.20B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996349"/>
                  </a:ext>
                </a:extLst>
              </a:tr>
              <a:tr h="370840">
                <a:tc>
                  <a:txBody>
                    <a:bodyPr/>
                    <a:lstStyle/>
                    <a:p>
                      <a:r>
                        <a:rPr lang="en-US" dirty="0">
                          <a:solidFill>
                            <a:schemeClr val="tx1"/>
                          </a:solidFill>
                          <a:latin typeface="Times New Roman" panose="02020603050405020304" pitchFamily="18" charset="0"/>
                          <a:cs typeface="Times New Roman" panose="02020603050405020304" pitchFamily="18" charset="0"/>
                        </a:rPr>
                        <a:t>R6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Legacy system integration failure and vendor dependency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-$3.75B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8933535"/>
                  </a:ext>
                </a:extLst>
              </a:tr>
              <a:tr h="370840">
                <a:tc>
                  <a:txBody>
                    <a:bodyPr/>
                    <a:lstStyle/>
                    <a:p>
                      <a:r>
                        <a:rPr lang="en-US" dirty="0">
                          <a:solidFill>
                            <a:schemeClr val="tx1"/>
                          </a:solidFill>
                          <a:latin typeface="Times New Roman" panose="02020603050405020304" pitchFamily="18" charset="0"/>
                          <a:cs typeface="Times New Roman" panose="02020603050405020304" pitchFamily="18" charset="0"/>
                        </a:rPr>
                        <a:t>R8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System Downtime and AI platform Unavailability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-$4.80B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9772820"/>
                  </a:ext>
                </a:extLst>
              </a:tr>
              <a:tr h="370840">
                <a:tc>
                  <a:txBody>
                    <a:bodyPr/>
                    <a:lstStyle/>
                    <a:p>
                      <a:r>
                        <a:rPr lang="en-US" dirty="0">
                          <a:solidFill>
                            <a:schemeClr val="tx1"/>
                          </a:solidFill>
                          <a:latin typeface="Times New Roman" panose="02020603050405020304" pitchFamily="18" charset="0"/>
                          <a:cs typeface="Times New Roman" panose="02020603050405020304" pitchFamily="18" charset="0"/>
                        </a:rPr>
                        <a:t>R7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Customer data breach and information security risk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-$3.60B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824232"/>
                  </a:ext>
                </a:extLst>
              </a:tr>
              <a:tr h="370840">
                <a:tc>
                  <a:txBody>
                    <a:bodyPr/>
                    <a:lstStyle/>
                    <a:p>
                      <a:r>
                        <a:rPr lang="en-US" dirty="0">
                          <a:solidFill>
                            <a:schemeClr val="tx1"/>
                          </a:solidFill>
                          <a:latin typeface="Times New Roman" panose="02020603050405020304" pitchFamily="18" charset="0"/>
                          <a:cs typeface="Times New Roman" panose="02020603050405020304" pitchFamily="18" charset="0"/>
                        </a:rPr>
                        <a:t>R14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Regulatory Non-compliance, shadow AI and AI governance risk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latin typeface="Times New Roman" panose="02020603050405020304" pitchFamily="18" charset="0"/>
                          <a:cs typeface="Times New Roman" panose="02020603050405020304" pitchFamily="18" charset="0"/>
                        </a:rPr>
                        <a:t>-$2.20B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9308018"/>
                  </a:ext>
                </a:extLst>
              </a:tr>
            </a:tbl>
          </a:graphicData>
        </a:graphic>
      </p:graphicFrame>
      <p:sp>
        <p:nvSpPr>
          <p:cNvPr id="12" name="文本框 27">
            <a:extLst>
              <a:ext uri="{FF2B5EF4-FFF2-40B4-BE49-F238E27FC236}">
                <a16:creationId xmlns:a16="http://schemas.microsoft.com/office/drawing/2014/main" id="{3D448917-B039-0F1A-54AA-F4E11632538B}"/>
              </a:ext>
            </a:extLst>
          </p:cNvPr>
          <p:cNvSpPr txBox="1"/>
          <p:nvPr/>
        </p:nvSpPr>
        <p:spPr>
          <a:xfrm>
            <a:off x="466795" y="3789445"/>
            <a:ext cx="3281116" cy="369332"/>
          </a:xfrm>
          <a:prstGeom prst="rect">
            <a:avLst/>
          </a:prstGeom>
          <a:noFill/>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Indicators &amp; Warning Status</a:t>
            </a:r>
          </a:p>
        </p:txBody>
      </p:sp>
      <p:sp>
        <p:nvSpPr>
          <p:cNvPr id="16" name="文本框 27">
            <a:extLst>
              <a:ext uri="{FF2B5EF4-FFF2-40B4-BE49-F238E27FC236}">
                <a16:creationId xmlns:a16="http://schemas.microsoft.com/office/drawing/2014/main" id="{A9F87D54-06B7-87B4-87EF-FDE0A4DFB5F3}"/>
              </a:ext>
            </a:extLst>
          </p:cNvPr>
          <p:cNvSpPr txBox="1"/>
          <p:nvPr/>
        </p:nvSpPr>
        <p:spPr>
          <a:xfrm>
            <a:off x="466795" y="4300987"/>
            <a:ext cx="1068494" cy="369332"/>
          </a:xfrm>
          <a:prstGeom prst="rect">
            <a:avLst/>
          </a:prstGeom>
          <a:solidFill>
            <a:srgbClr val="C00000"/>
          </a:solidFill>
        </p:spPr>
        <p:txBody>
          <a:bodyPr wrap="square">
            <a:spAutoFit/>
          </a:bodyPr>
          <a:lstStyle/>
          <a:p>
            <a:pPr algn="ctr"/>
            <a:r>
              <a:rPr lang="en-US" dirty="0">
                <a:solidFill>
                  <a:schemeClr val="bg1"/>
                </a:solidFill>
                <a:latin typeface="Times New Roman" panose="02020603050405020304" pitchFamily="18" charset="0"/>
                <a:cs typeface="Times New Roman" panose="02020603050405020304" pitchFamily="18" charset="0"/>
              </a:rPr>
              <a:t>RED</a:t>
            </a:r>
          </a:p>
        </p:txBody>
      </p:sp>
      <p:sp>
        <p:nvSpPr>
          <p:cNvPr id="17" name="文本框 27">
            <a:extLst>
              <a:ext uri="{FF2B5EF4-FFF2-40B4-BE49-F238E27FC236}">
                <a16:creationId xmlns:a16="http://schemas.microsoft.com/office/drawing/2014/main" id="{9B2926EC-DA11-F8F5-9522-3AE96B047A43}"/>
              </a:ext>
            </a:extLst>
          </p:cNvPr>
          <p:cNvSpPr txBox="1"/>
          <p:nvPr/>
        </p:nvSpPr>
        <p:spPr>
          <a:xfrm>
            <a:off x="1535289" y="4204944"/>
            <a:ext cx="3942785" cy="584775"/>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R5 Inventory Forecast error</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R6 Legacy system integration failure</a:t>
            </a:r>
          </a:p>
        </p:txBody>
      </p:sp>
      <p:sp>
        <p:nvSpPr>
          <p:cNvPr id="18" name="文本框 27">
            <a:extLst>
              <a:ext uri="{FF2B5EF4-FFF2-40B4-BE49-F238E27FC236}">
                <a16:creationId xmlns:a16="http://schemas.microsoft.com/office/drawing/2014/main" id="{786B9511-9738-A36A-E163-929DCE567034}"/>
              </a:ext>
            </a:extLst>
          </p:cNvPr>
          <p:cNvSpPr txBox="1"/>
          <p:nvPr/>
        </p:nvSpPr>
        <p:spPr>
          <a:xfrm>
            <a:off x="466795" y="5078121"/>
            <a:ext cx="1068494" cy="369332"/>
          </a:xfrm>
          <a:prstGeom prst="rect">
            <a:avLst/>
          </a:prstGeom>
          <a:solidFill>
            <a:srgbClr val="FFC000"/>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AMBER</a:t>
            </a:r>
          </a:p>
        </p:txBody>
      </p:sp>
      <p:sp>
        <p:nvSpPr>
          <p:cNvPr id="19" name="文本框 27">
            <a:extLst>
              <a:ext uri="{FF2B5EF4-FFF2-40B4-BE49-F238E27FC236}">
                <a16:creationId xmlns:a16="http://schemas.microsoft.com/office/drawing/2014/main" id="{1EC4899E-CF11-AB3A-7203-CB2B0CB66A24}"/>
              </a:ext>
            </a:extLst>
          </p:cNvPr>
          <p:cNvSpPr txBox="1"/>
          <p:nvPr/>
        </p:nvSpPr>
        <p:spPr>
          <a:xfrm>
            <a:off x="1535289" y="4974141"/>
            <a:ext cx="3942785" cy="830997"/>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R7 Customer Data Breach</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R8 System downtime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R14 AI governance Risk</a:t>
            </a:r>
          </a:p>
        </p:txBody>
      </p:sp>
      <p:sp>
        <p:nvSpPr>
          <p:cNvPr id="20" name="文本框 27">
            <a:extLst>
              <a:ext uri="{FF2B5EF4-FFF2-40B4-BE49-F238E27FC236}">
                <a16:creationId xmlns:a16="http://schemas.microsoft.com/office/drawing/2014/main" id="{4F49EEA0-84E7-FBF4-2567-5C5EEEDC0B30}"/>
              </a:ext>
            </a:extLst>
          </p:cNvPr>
          <p:cNvSpPr txBox="1"/>
          <p:nvPr/>
        </p:nvSpPr>
        <p:spPr>
          <a:xfrm>
            <a:off x="466795" y="6093814"/>
            <a:ext cx="1068494" cy="369332"/>
          </a:xfrm>
          <a:prstGeom prst="rect">
            <a:avLst/>
          </a:prstGeom>
          <a:solidFill>
            <a:srgbClr val="00B050"/>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GREEN</a:t>
            </a:r>
          </a:p>
        </p:txBody>
      </p:sp>
      <p:sp>
        <p:nvSpPr>
          <p:cNvPr id="21" name="文本框 27">
            <a:extLst>
              <a:ext uri="{FF2B5EF4-FFF2-40B4-BE49-F238E27FC236}">
                <a16:creationId xmlns:a16="http://schemas.microsoft.com/office/drawing/2014/main" id="{EE6DD53F-1030-E48C-74C5-65F5A0C8ACD2}"/>
              </a:ext>
            </a:extLst>
          </p:cNvPr>
          <p:cNvSpPr txBox="1"/>
          <p:nvPr/>
        </p:nvSpPr>
        <p:spPr>
          <a:xfrm>
            <a:off x="1535289" y="6093540"/>
            <a:ext cx="3942785" cy="338554"/>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Remaining low-priority Risks</a:t>
            </a:r>
          </a:p>
        </p:txBody>
      </p:sp>
      <p:sp>
        <p:nvSpPr>
          <p:cNvPr id="22" name="文本框 27">
            <a:extLst>
              <a:ext uri="{FF2B5EF4-FFF2-40B4-BE49-F238E27FC236}">
                <a16:creationId xmlns:a16="http://schemas.microsoft.com/office/drawing/2014/main" id="{0B66FE10-5F51-CBC7-5290-64C97B941D4D}"/>
              </a:ext>
            </a:extLst>
          </p:cNvPr>
          <p:cNvSpPr txBox="1"/>
          <p:nvPr/>
        </p:nvSpPr>
        <p:spPr>
          <a:xfrm>
            <a:off x="6091837" y="3835612"/>
            <a:ext cx="3281116" cy="369332"/>
          </a:xfrm>
          <a:prstGeom prst="rect">
            <a:avLst/>
          </a:prstGeom>
          <a:noFill/>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Key Insight</a:t>
            </a:r>
          </a:p>
        </p:txBody>
      </p:sp>
      <p:sp>
        <p:nvSpPr>
          <p:cNvPr id="23" name="文本框 27">
            <a:extLst>
              <a:ext uri="{FF2B5EF4-FFF2-40B4-BE49-F238E27FC236}">
                <a16:creationId xmlns:a16="http://schemas.microsoft.com/office/drawing/2014/main" id="{BAFB21C9-A246-07E3-C392-EEB625444A74}"/>
              </a:ext>
            </a:extLst>
          </p:cNvPr>
          <p:cNvSpPr txBox="1"/>
          <p:nvPr/>
        </p:nvSpPr>
        <p:spPr>
          <a:xfrm>
            <a:off x="6929185" y="4312666"/>
            <a:ext cx="4404860" cy="1323439"/>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Combining probability estimates, expected financial exposure, and warning indicators enables </a:t>
            </a:r>
            <a:r>
              <a:rPr lang="en-US" sz="1600" b="1" dirty="0">
                <a:latin typeface="Times New Roman" panose="02020603050405020304" pitchFamily="18" charset="0"/>
                <a:cs typeface="Times New Roman" panose="02020603050405020304" pitchFamily="18" charset="0"/>
              </a:rPr>
              <a:t>Walmart to identify which risks require immediate management attention and resource allocation.</a:t>
            </a:r>
          </a:p>
        </p:txBody>
      </p:sp>
    </p:spTree>
    <p:extLst>
      <p:ext uri="{BB962C8B-B14F-4D97-AF65-F5344CB8AC3E}">
        <p14:creationId xmlns:p14="http://schemas.microsoft.com/office/powerpoint/2010/main" val="3628524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2EF5A-C822-444D-C1F9-2A0C4DB6FBF6}"/>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1E16F3C-ABA2-5BA2-9848-A36569B54999}"/>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A36A07B4-000E-19A6-9BC4-0F5C377C01BE}"/>
              </a:ext>
            </a:extLst>
          </p:cNvPr>
          <p:cNvSpPr txBox="1"/>
          <p:nvPr/>
        </p:nvSpPr>
        <p:spPr>
          <a:xfrm>
            <a:off x="466795" y="579520"/>
            <a:ext cx="115107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M</a:t>
            </a:r>
            <a:r>
              <a:rPr kumimoji="0" lang="en-US" altLang="zh-CN"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onte Carlo: Estimate Potential Financial exposure Under Risk Uncertainty</a:t>
            </a:r>
            <a:endPar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endParaRPr>
          </a:p>
        </p:txBody>
      </p:sp>
      <p:cxnSp>
        <p:nvCxnSpPr>
          <p:cNvPr id="24" name="直接连接符 133">
            <a:extLst>
              <a:ext uri="{FF2B5EF4-FFF2-40B4-BE49-F238E27FC236}">
                <a16:creationId xmlns:a16="http://schemas.microsoft.com/office/drawing/2014/main" id="{AE250D41-2C7D-2DC6-AA7C-DFADC1EBC203}"/>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3" name="文本框 27">
            <a:extLst>
              <a:ext uri="{FF2B5EF4-FFF2-40B4-BE49-F238E27FC236}">
                <a16:creationId xmlns:a16="http://schemas.microsoft.com/office/drawing/2014/main" id="{8E8D6374-E8A7-5620-BD2A-8C735E159488}"/>
              </a:ext>
            </a:extLst>
          </p:cNvPr>
          <p:cNvSpPr txBox="1"/>
          <p:nvPr/>
        </p:nvSpPr>
        <p:spPr>
          <a:xfrm>
            <a:off x="128128" y="1009815"/>
            <a:ext cx="11725205" cy="400110"/>
          </a:xfrm>
          <a:prstGeom prst="rect">
            <a:avLst/>
          </a:prstGeom>
          <a:noFill/>
        </p:spPr>
        <p:txBody>
          <a:bodyPr wrap="square">
            <a:spAutoFit/>
          </a:bodyPr>
          <a:lstStyle/>
          <a:p>
            <a:r>
              <a:rPr lang="en-US" sz="2000" b="1" dirty="0">
                <a:solidFill>
                  <a:srgbClr val="002060"/>
                </a:solidFill>
                <a:latin typeface="Times New Roman" panose="02020603050405020304" pitchFamily="18" charset="0"/>
                <a:cs typeface="Times New Roman" panose="02020603050405020304" pitchFamily="18" charset="0"/>
              </a:rPr>
              <a:t>The purpose of this step is to quantifying financial exposure from Walmart’s critical transformation risks</a:t>
            </a:r>
          </a:p>
        </p:txBody>
      </p:sp>
      <p:pic>
        <p:nvPicPr>
          <p:cNvPr id="5" name="Picture 4">
            <a:extLst>
              <a:ext uri="{FF2B5EF4-FFF2-40B4-BE49-F238E27FC236}">
                <a16:creationId xmlns:a16="http://schemas.microsoft.com/office/drawing/2014/main" id="{35D61F0D-0FBB-2B86-B93B-563B42E4DEBE}"/>
              </a:ext>
            </a:extLst>
          </p:cNvPr>
          <p:cNvPicPr>
            <a:picLocks noChangeAspect="1"/>
          </p:cNvPicPr>
          <p:nvPr/>
        </p:nvPicPr>
        <p:blipFill>
          <a:blip r:embed="rId3"/>
          <a:stretch>
            <a:fillRect/>
          </a:stretch>
        </p:blipFill>
        <p:spPr>
          <a:xfrm>
            <a:off x="128128" y="1441296"/>
            <a:ext cx="8575606" cy="3960820"/>
          </a:xfrm>
          <a:prstGeom prst="rect">
            <a:avLst/>
          </a:prstGeom>
        </p:spPr>
      </p:pic>
      <p:sp>
        <p:nvSpPr>
          <p:cNvPr id="6" name="文本框 27">
            <a:extLst>
              <a:ext uri="{FF2B5EF4-FFF2-40B4-BE49-F238E27FC236}">
                <a16:creationId xmlns:a16="http://schemas.microsoft.com/office/drawing/2014/main" id="{000902A1-65DA-C6B0-8406-225AAAA606A1}"/>
              </a:ext>
            </a:extLst>
          </p:cNvPr>
          <p:cNvSpPr txBox="1"/>
          <p:nvPr/>
        </p:nvSpPr>
        <p:spPr>
          <a:xfrm>
            <a:off x="8801319" y="1348800"/>
            <a:ext cx="3262553" cy="5509200"/>
          </a:xfrm>
          <a:prstGeom prst="rect">
            <a:avLst/>
          </a:prstGeom>
          <a:noFill/>
        </p:spPr>
        <p:txBody>
          <a:bodyPr wrap="square">
            <a:spAutoFit/>
          </a:bodyPr>
          <a:lstStyle/>
          <a:p>
            <a:r>
              <a:rPr lang="en-US" sz="1600" dirty="0">
                <a:solidFill>
                  <a:srgbClr val="C00000"/>
                </a:solidFill>
                <a:latin typeface="Times New Roman" panose="02020603050405020304" pitchFamily="18" charset="0"/>
                <a:cs typeface="Times New Roman" panose="02020603050405020304" pitchFamily="18" charset="0"/>
              </a:rPr>
              <a:t>Key insights:</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R5 Largest average financial exposure, means inventory-related disruptions generate the highest expected financial loss among all critical risks</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R8 Highest worst-case scenario, means system outages create the most severe downside scenario, indicating significant financial exposure during major operational disruptions.</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R6 Most likely critical risk, means integration failure remains the most likely critical risk to occur.</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R7 &amp; R14 Lower exposure but high consequence, means cybersecurity and governance failures can still result in substantial financial, legal, and reputational damage.</a:t>
            </a:r>
            <a:endParaRPr lang="en-US" sz="1600" dirty="0">
              <a:latin typeface="Times New Roman" panose="02020603050405020304" pitchFamily="18" charset="0"/>
              <a:cs typeface="Times New Roman" panose="02020603050405020304" pitchFamily="18" charset="0"/>
            </a:endParaRPr>
          </a:p>
        </p:txBody>
      </p:sp>
      <p:sp>
        <p:nvSpPr>
          <p:cNvPr id="7" name="文本框 27">
            <a:extLst>
              <a:ext uri="{FF2B5EF4-FFF2-40B4-BE49-F238E27FC236}">
                <a16:creationId xmlns:a16="http://schemas.microsoft.com/office/drawing/2014/main" id="{199240E9-A62C-86FD-6489-6718B91E6311}"/>
              </a:ext>
            </a:extLst>
          </p:cNvPr>
          <p:cNvSpPr txBox="1"/>
          <p:nvPr/>
        </p:nvSpPr>
        <p:spPr>
          <a:xfrm>
            <a:off x="128128" y="5539816"/>
            <a:ext cx="7638628" cy="738664"/>
          </a:xfrm>
          <a:prstGeom prst="rect">
            <a:avLst/>
          </a:prstGeom>
          <a:noFill/>
        </p:spPr>
        <p:txBody>
          <a:bodyPr wrap="square">
            <a:spAutoFit/>
          </a:bodyPr>
          <a:lstStyle/>
          <a:p>
            <a:r>
              <a:rPr lang="en-US" sz="1400" b="1" dirty="0">
                <a:solidFill>
                  <a:srgbClr val="5F9DB6"/>
                </a:solidFill>
                <a:latin typeface="Times New Roman" panose="02020603050405020304" pitchFamily="18" charset="0"/>
                <a:cs typeface="Times New Roman" panose="02020603050405020304" pitchFamily="18" charset="0"/>
              </a:rPr>
              <a:t>Monte Carlo simulation reveals that different risks create different types of exposure: some are more likely to occur, while others generate greater financial losses. Together, these insights help Walmart prioritize risk mitigation resources more effectively.</a:t>
            </a:r>
          </a:p>
        </p:txBody>
      </p:sp>
    </p:spTree>
    <p:extLst>
      <p:ext uri="{BB962C8B-B14F-4D97-AF65-F5344CB8AC3E}">
        <p14:creationId xmlns:p14="http://schemas.microsoft.com/office/powerpoint/2010/main" val="218124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F5B78-AEFF-9594-B6B8-70F8DF77456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6085145-56FE-75CF-4557-384F580E6BCB}"/>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39C5001E-F637-4460-533C-D66769A672A3}"/>
              </a:ext>
            </a:extLst>
          </p:cNvPr>
          <p:cNvSpPr txBox="1"/>
          <p:nvPr/>
        </p:nvSpPr>
        <p:spPr>
          <a:xfrm>
            <a:off x="466796" y="579520"/>
            <a:ext cx="971578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Machine Learning Validation Random Forest Prediction</a:t>
            </a:r>
          </a:p>
        </p:txBody>
      </p:sp>
      <p:cxnSp>
        <p:nvCxnSpPr>
          <p:cNvPr id="24" name="直接连接符 133">
            <a:extLst>
              <a:ext uri="{FF2B5EF4-FFF2-40B4-BE49-F238E27FC236}">
                <a16:creationId xmlns:a16="http://schemas.microsoft.com/office/drawing/2014/main" id="{A2EFAD8F-8BF7-47D0-F6E6-56C4B7EF2515}"/>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4" name="文本框 27">
            <a:extLst>
              <a:ext uri="{FF2B5EF4-FFF2-40B4-BE49-F238E27FC236}">
                <a16:creationId xmlns:a16="http://schemas.microsoft.com/office/drawing/2014/main" id="{9E11C036-4B98-EBF0-9859-23141A1354C8}"/>
              </a:ext>
            </a:extLst>
          </p:cNvPr>
          <p:cNvSpPr txBox="1"/>
          <p:nvPr/>
        </p:nvSpPr>
        <p:spPr>
          <a:xfrm>
            <a:off x="466796" y="1041185"/>
            <a:ext cx="11725205" cy="400110"/>
          </a:xfrm>
          <a:prstGeom prst="rect">
            <a:avLst/>
          </a:prstGeom>
          <a:noFill/>
        </p:spPr>
        <p:txBody>
          <a:bodyPr wrap="square">
            <a:spAutoFit/>
          </a:bodyPr>
          <a:lstStyle/>
          <a:p>
            <a:r>
              <a:rPr lang="en-US" sz="2000" b="1" dirty="0">
                <a:solidFill>
                  <a:srgbClr val="002060"/>
                </a:solidFill>
                <a:latin typeface="Times New Roman" panose="02020603050405020304" pitchFamily="18" charset="0"/>
                <a:cs typeface="Times New Roman" panose="02020603050405020304" pitchFamily="18" charset="0"/>
              </a:rPr>
              <a:t>The purpose of this step is to</a:t>
            </a:r>
            <a:r>
              <a:rPr lang="zh-CN" altLang="en-US" sz="2000" b="1" dirty="0">
                <a:solidFill>
                  <a:srgbClr val="002060"/>
                </a:solidFill>
                <a:latin typeface="Times New Roman" panose="02020603050405020304" pitchFamily="18" charset="0"/>
                <a:cs typeface="Times New Roman" panose="02020603050405020304" pitchFamily="18" charset="0"/>
              </a:rPr>
              <a:t> </a:t>
            </a:r>
            <a:r>
              <a:rPr lang="en-US" altLang="zh-CN" sz="2000" b="1" dirty="0">
                <a:solidFill>
                  <a:srgbClr val="002060"/>
                </a:solidFill>
                <a:latin typeface="Times New Roman" panose="02020603050405020304" pitchFamily="18" charset="0"/>
                <a:cs typeface="Times New Roman" panose="02020603050405020304" pitchFamily="18" charset="0"/>
              </a:rPr>
              <a:t>identify</a:t>
            </a:r>
            <a:r>
              <a:rPr lang="zh-CN" altLang="en-US" sz="2000" b="1" dirty="0">
                <a:solidFill>
                  <a:srgbClr val="002060"/>
                </a:solidFill>
                <a:latin typeface="Times New Roman" panose="02020603050405020304" pitchFamily="18" charset="0"/>
                <a:cs typeface="Times New Roman" panose="02020603050405020304" pitchFamily="18" charset="0"/>
              </a:rPr>
              <a:t> </a:t>
            </a:r>
            <a:r>
              <a:rPr lang="en-US" altLang="zh-CN" sz="2000" b="1" dirty="0">
                <a:solidFill>
                  <a:srgbClr val="002060"/>
                </a:solidFill>
                <a:latin typeface="Times New Roman" panose="02020603050405020304" pitchFamily="18" charset="0"/>
                <a:cs typeface="Times New Roman" panose="02020603050405020304" pitchFamily="18" charset="0"/>
              </a:rPr>
              <a:t>Walmart critical risks</a:t>
            </a:r>
            <a:r>
              <a:rPr lang="zh-CN" altLang="en-US" sz="2000" b="1" dirty="0">
                <a:solidFill>
                  <a:srgbClr val="002060"/>
                </a:solidFill>
                <a:latin typeface="Times New Roman" panose="02020603050405020304" pitchFamily="18" charset="0"/>
                <a:cs typeface="Times New Roman" panose="02020603050405020304" pitchFamily="18" charset="0"/>
              </a:rPr>
              <a:t> </a:t>
            </a:r>
            <a:r>
              <a:rPr lang="en-US" altLang="zh-CN" sz="2000" b="1" dirty="0">
                <a:solidFill>
                  <a:srgbClr val="002060"/>
                </a:solidFill>
                <a:latin typeface="Times New Roman" panose="02020603050405020304" pitchFamily="18" charset="0"/>
                <a:cs typeface="Times New Roman" panose="02020603050405020304" pitchFamily="18" charset="0"/>
              </a:rPr>
              <a:t>most</a:t>
            </a:r>
            <a:r>
              <a:rPr lang="zh-CN" altLang="en-US" sz="2000" b="1" dirty="0">
                <a:solidFill>
                  <a:srgbClr val="002060"/>
                </a:solidFill>
                <a:latin typeface="Times New Roman" panose="02020603050405020304" pitchFamily="18" charset="0"/>
                <a:cs typeface="Times New Roman" panose="02020603050405020304" pitchFamily="18" charset="0"/>
              </a:rPr>
              <a:t> </a:t>
            </a:r>
            <a:r>
              <a:rPr lang="en-US" altLang="zh-CN" sz="2000" b="1" dirty="0">
                <a:solidFill>
                  <a:srgbClr val="002060"/>
                </a:solidFill>
                <a:latin typeface="Times New Roman" panose="02020603050405020304" pitchFamily="18" charset="0"/>
                <a:cs typeface="Times New Roman" panose="02020603050405020304" pitchFamily="18" charset="0"/>
              </a:rPr>
              <a:t>likely</a:t>
            </a:r>
            <a:r>
              <a:rPr lang="zh-CN" altLang="en-US" sz="2000" b="1" dirty="0">
                <a:solidFill>
                  <a:srgbClr val="002060"/>
                </a:solidFill>
                <a:latin typeface="Times New Roman" panose="02020603050405020304" pitchFamily="18" charset="0"/>
                <a:cs typeface="Times New Roman" panose="02020603050405020304" pitchFamily="18" charset="0"/>
              </a:rPr>
              <a:t> </a:t>
            </a:r>
            <a:r>
              <a:rPr lang="en-US" altLang="zh-CN" sz="2000" b="1" dirty="0">
                <a:solidFill>
                  <a:srgbClr val="002060"/>
                </a:solidFill>
                <a:latin typeface="Times New Roman" panose="02020603050405020304" pitchFamily="18" charset="0"/>
                <a:cs typeface="Times New Roman" panose="02020603050405020304" pitchFamily="18" charset="0"/>
              </a:rPr>
              <a:t>to</a:t>
            </a:r>
            <a:r>
              <a:rPr lang="zh-CN" altLang="en-US" sz="2000" b="1" dirty="0">
                <a:solidFill>
                  <a:srgbClr val="002060"/>
                </a:solidFill>
                <a:latin typeface="Times New Roman" panose="02020603050405020304" pitchFamily="18" charset="0"/>
                <a:cs typeface="Times New Roman" panose="02020603050405020304" pitchFamily="18" charset="0"/>
              </a:rPr>
              <a:t> </a:t>
            </a:r>
            <a:r>
              <a:rPr lang="en-US" altLang="zh-CN" sz="2000" b="1" dirty="0">
                <a:solidFill>
                  <a:srgbClr val="002060"/>
                </a:solidFill>
                <a:latin typeface="Times New Roman" panose="02020603050405020304" pitchFamily="18" charset="0"/>
                <a:cs typeface="Times New Roman" panose="02020603050405020304" pitchFamily="18" charset="0"/>
              </a:rPr>
              <a:t>escalate during transformation</a:t>
            </a:r>
            <a:endParaRPr lang="en-US" sz="2000" b="1" dirty="0">
              <a:solidFill>
                <a:srgbClr val="00206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FA12461-46A5-839A-F28A-6746760386CC}"/>
              </a:ext>
            </a:extLst>
          </p:cNvPr>
          <p:cNvPicPr>
            <a:picLocks noChangeAspect="1"/>
          </p:cNvPicPr>
          <p:nvPr/>
        </p:nvPicPr>
        <p:blipFill>
          <a:blip r:embed="rId3"/>
          <a:stretch>
            <a:fillRect/>
          </a:stretch>
        </p:blipFill>
        <p:spPr>
          <a:xfrm>
            <a:off x="90311" y="1502850"/>
            <a:ext cx="8861778" cy="5055994"/>
          </a:xfrm>
          <a:prstGeom prst="rect">
            <a:avLst/>
          </a:prstGeom>
        </p:spPr>
      </p:pic>
      <p:sp>
        <p:nvSpPr>
          <p:cNvPr id="10" name="文本框 27">
            <a:extLst>
              <a:ext uri="{FF2B5EF4-FFF2-40B4-BE49-F238E27FC236}">
                <a16:creationId xmlns:a16="http://schemas.microsoft.com/office/drawing/2014/main" id="{8E7F800A-403B-82E6-84CC-CAC3F8B018AC}"/>
              </a:ext>
            </a:extLst>
          </p:cNvPr>
          <p:cNvSpPr txBox="1"/>
          <p:nvPr/>
        </p:nvSpPr>
        <p:spPr>
          <a:xfrm>
            <a:off x="8963378" y="1906034"/>
            <a:ext cx="3239912" cy="4031873"/>
          </a:xfrm>
          <a:prstGeom prst="rect">
            <a:avLst/>
          </a:prstGeom>
          <a:noFill/>
        </p:spPr>
        <p:txBody>
          <a:bodyPr wrap="square">
            <a:spAutoFit/>
          </a:bodyPr>
          <a:lstStyle/>
          <a:p>
            <a:r>
              <a:rPr lang="en-US" sz="1600" b="1" dirty="0">
                <a:solidFill>
                  <a:srgbClr val="C00000"/>
                </a:solidFill>
                <a:latin typeface="Times New Roman" panose="02020603050405020304" pitchFamily="18" charset="0"/>
                <a:cs typeface="Times New Roman" panose="02020603050405020304" pitchFamily="18" charset="0"/>
              </a:rPr>
              <a:t>K</a:t>
            </a:r>
            <a:r>
              <a:rPr lang="en-US" altLang="zh-CN" sz="1600" b="1" dirty="0">
                <a:solidFill>
                  <a:srgbClr val="C00000"/>
                </a:solidFill>
                <a:latin typeface="Times New Roman" panose="02020603050405020304" pitchFamily="18" charset="0"/>
                <a:cs typeface="Times New Roman" panose="02020603050405020304" pitchFamily="18" charset="0"/>
              </a:rPr>
              <a:t>ey findings:</a:t>
            </a:r>
          </a:p>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R5 Most critical operational risk with the highest warning and escalation probability.</a:t>
            </a:r>
          </a:p>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R6 Major threat to AI transformation success due to integration complexity.</a:t>
            </a:r>
          </a:p>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R8 Platform outages could quickly disrupt frontline operations at scale.</a:t>
            </a:r>
          </a:p>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R7 Cybersecurity incidents remain a significant reputational and compliance concern.</a:t>
            </a:r>
          </a:p>
          <a:p>
            <a:pPr marL="285750" indent="-285750">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R14 Lower short-term risk but requires ongoing AI governance monitoring.</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4433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FEC8F-DB00-40AF-4498-008A9BC48011}"/>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4D17E78-874D-3E8B-45D4-62CCEC29D1D0}"/>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2BD27CB0-6422-04EC-F57B-0AD2705A6F4C}"/>
              </a:ext>
            </a:extLst>
          </p:cNvPr>
          <p:cNvSpPr txBox="1"/>
          <p:nvPr/>
        </p:nvSpPr>
        <p:spPr>
          <a:xfrm>
            <a:off x="466795" y="579520"/>
            <a:ext cx="107995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2A9D8F"/>
                </a:solidFill>
                <a:latin typeface="Posterama" panose="020B0504020200020000" pitchFamily="34" charset="0"/>
                <a:cs typeface="Posterama" panose="020B0504020200020000" pitchFamily="34" charset="0"/>
              </a:rPr>
              <a:t>R</a:t>
            </a:r>
            <a:r>
              <a:rPr lang="en-US" altLang="zh-CN" sz="2400" b="1" dirty="0">
                <a:solidFill>
                  <a:srgbClr val="2A9D8F"/>
                </a:solidFill>
                <a:latin typeface="Posterama" panose="020B0504020200020000" pitchFamily="34" charset="0"/>
                <a:cs typeface="Posterama" panose="020B0504020200020000" pitchFamily="34" charset="0"/>
              </a:rPr>
              <a:t>isk Response Strategy How should Walmart respond?</a:t>
            </a:r>
            <a:endPar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endParaRPr>
          </a:p>
        </p:txBody>
      </p:sp>
      <p:cxnSp>
        <p:nvCxnSpPr>
          <p:cNvPr id="24" name="直接连接符 133">
            <a:extLst>
              <a:ext uri="{FF2B5EF4-FFF2-40B4-BE49-F238E27FC236}">
                <a16:creationId xmlns:a16="http://schemas.microsoft.com/office/drawing/2014/main" id="{34B25FCB-4417-B675-9953-3C9098C97EF9}"/>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pic>
        <p:nvPicPr>
          <p:cNvPr id="3" name="Picture 2">
            <a:extLst>
              <a:ext uri="{FF2B5EF4-FFF2-40B4-BE49-F238E27FC236}">
                <a16:creationId xmlns:a16="http://schemas.microsoft.com/office/drawing/2014/main" id="{CB9B88EB-D8F3-2E7B-D4D9-3103662C60A1}"/>
              </a:ext>
            </a:extLst>
          </p:cNvPr>
          <p:cNvPicPr>
            <a:picLocks noChangeAspect="1"/>
          </p:cNvPicPr>
          <p:nvPr/>
        </p:nvPicPr>
        <p:blipFill>
          <a:blip r:embed="rId3"/>
          <a:stretch>
            <a:fillRect/>
          </a:stretch>
        </p:blipFill>
        <p:spPr>
          <a:xfrm>
            <a:off x="321839" y="1489484"/>
            <a:ext cx="11548322" cy="4438387"/>
          </a:xfrm>
          <a:prstGeom prst="rect">
            <a:avLst/>
          </a:prstGeom>
        </p:spPr>
      </p:pic>
      <p:sp>
        <p:nvSpPr>
          <p:cNvPr id="4" name="文本框 27">
            <a:extLst>
              <a:ext uri="{FF2B5EF4-FFF2-40B4-BE49-F238E27FC236}">
                <a16:creationId xmlns:a16="http://schemas.microsoft.com/office/drawing/2014/main" id="{D6C4C8A8-D024-2C32-1BA6-AF2CAEFBFFBA}"/>
              </a:ext>
            </a:extLst>
          </p:cNvPr>
          <p:cNvSpPr txBox="1"/>
          <p:nvPr/>
        </p:nvSpPr>
        <p:spPr>
          <a:xfrm>
            <a:off x="3870397" y="1065280"/>
            <a:ext cx="5718104" cy="400110"/>
          </a:xfrm>
          <a:prstGeom prst="rect">
            <a:avLst/>
          </a:prstGeom>
          <a:noFill/>
        </p:spPr>
        <p:txBody>
          <a:bodyPr wrap="square">
            <a:spAutoFit/>
          </a:bodyPr>
          <a:lstStyle/>
          <a:p>
            <a:r>
              <a:rPr lang="en-US" sz="2000" b="1" dirty="0">
                <a:solidFill>
                  <a:srgbClr val="002060"/>
                </a:solidFill>
                <a:latin typeface="Times New Roman" panose="02020603050405020304" pitchFamily="18" charset="0"/>
                <a:cs typeface="Times New Roman" panose="02020603050405020304" pitchFamily="18" charset="0"/>
              </a:rPr>
              <a:t>R</a:t>
            </a:r>
            <a:r>
              <a:rPr lang="en-US" altLang="zh-CN" sz="2000" b="1" dirty="0">
                <a:solidFill>
                  <a:srgbClr val="002060"/>
                </a:solidFill>
                <a:latin typeface="Times New Roman" panose="02020603050405020304" pitchFamily="18" charset="0"/>
                <a:cs typeface="Times New Roman" panose="02020603050405020304" pitchFamily="18" charset="0"/>
              </a:rPr>
              <a:t>isk Response Strategy For Critical Risks</a:t>
            </a:r>
            <a:endParaRPr lang="en-US" sz="2000" b="1" dirty="0">
              <a:solidFill>
                <a:srgbClr val="002060"/>
              </a:solidFill>
              <a:latin typeface="Times New Roman" panose="02020603050405020304" pitchFamily="18" charset="0"/>
              <a:cs typeface="Times New Roman" panose="02020603050405020304" pitchFamily="18" charset="0"/>
            </a:endParaRPr>
          </a:p>
        </p:txBody>
      </p:sp>
      <p:sp>
        <p:nvSpPr>
          <p:cNvPr id="5" name="文本框 27">
            <a:extLst>
              <a:ext uri="{FF2B5EF4-FFF2-40B4-BE49-F238E27FC236}">
                <a16:creationId xmlns:a16="http://schemas.microsoft.com/office/drawing/2014/main" id="{8BE42680-9654-C510-CA20-B3E22F2FF553}"/>
              </a:ext>
            </a:extLst>
          </p:cNvPr>
          <p:cNvSpPr txBox="1"/>
          <p:nvPr/>
        </p:nvSpPr>
        <p:spPr>
          <a:xfrm>
            <a:off x="604008" y="6006838"/>
            <a:ext cx="10983983" cy="830997"/>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Walmart should prioritize mitigation and transfer strategies to reduce the operational and technology risks most likely to threaten AI transformation success. Risk avoidance is not practical because AI transformation is a strategic initiative</a:t>
            </a:r>
            <a:r>
              <a:rPr lang="zh-CN" altLang="en-US" sz="1600" b="1" dirty="0">
                <a:latin typeface="Times New Roman" panose="02020603050405020304" pitchFamily="18" charset="0"/>
                <a:cs typeface="Times New Roman" panose="02020603050405020304" pitchFamily="18" charset="0"/>
              </a:rPr>
              <a:t>，</a:t>
            </a:r>
            <a:r>
              <a:rPr lang="en-US" altLang="zh-CN" sz="1600" b="1" dirty="0">
                <a:latin typeface="Times New Roman" panose="02020603050405020304" pitchFamily="18" charset="0"/>
                <a:cs typeface="Times New Roman" panose="02020603050405020304" pitchFamily="18" charset="0"/>
              </a:rPr>
              <a:t>Avoiding these risks would require Walmart to delay or abandon its AI transformation initiative.</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7397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DB944-FFE3-FBAC-3CA7-DC4AD91511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31112F9-BA31-7542-6352-BF5F492EE78C}"/>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lang="en-US" dirty="0">
                <a:solidFill>
                  <a:sysClr val="windowText" lastClr="000000"/>
                </a:solidFill>
                <a:latin typeface="Posterama" panose="020B0504020200020000" pitchFamily="34" charset="0"/>
                <a:cs typeface="Posterama" panose="020B0504020200020000" pitchFamily="34" charset="0"/>
              </a:rPr>
              <a:t>Enterprise Risk management framework</a:t>
            </a:r>
            <a:endPar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endParaRPr>
          </a:p>
        </p:txBody>
      </p:sp>
      <p:sp>
        <p:nvSpPr>
          <p:cNvPr id="11" name="文本框 3">
            <a:extLst>
              <a:ext uri="{FF2B5EF4-FFF2-40B4-BE49-F238E27FC236}">
                <a16:creationId xmlns:a16="http://schemas.microsoft.com/office/drawing/2014/main" id="{BF149314-90D3-C722-0D1F-BFD0FF5D92AB}"/>
              </a:ext>
            </a:extLst>
          </p:cNvPr>
          <p:cNvSpPr txBox="1"/>
          <p:nvPr/>
        </p:nvSpPr>
        <p:spPr>
          <a:xfrm>
            <a:off x="466795" y="579520"/>
            <a:ext cx="107995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Residual Risk Analysis Before vs After Mitigation</a:t>
            </a:r>
          </a:p>
        </p:txBody>
      </p:sp>
      <p:cxnSp>
        <p:nvCxnSpPr>
          <p:cNvPr id="24" name="直接连接符 133">
            <a:extLst>
              <a:ext uri="{FF2B5EF4-FFF2-40B4-BE49-F238E27FC236}">
                <a16:creationId xmlns:a16="http://schemas.microsoft.com/office/drawing/2014/main" id="{C19D8AB9-7312-796B-2FFF-F5B25EB2FF9D}"/>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2" name="文本框 27">
            <a:extLst>
              <a:ext uri="{FF2B5EF4-FFF2-40B4-BE49-F238E27FC236}">
                <a16:creationId xmlns:a16="http://schemas.microsoft.com/office/drawing/2014/main" id="{54702E62-B796-FC0A-9B29-4629D2E2A70E}"/>
              </a:ext>
            </a:extLst>
          </p:cNvPr>
          <p:cNvSpPr txBox="1"/>
          <p:nvPr/>
        </p:nvSpPr>
        <p:spPr>
          <a:xfrm>
            <a:off x="466795" y="1087351"/>
            <a:ext cx="10983983" cy="830997"/>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Residual risk scores were estimated based on the expected effectiveness of proposed mitigation controls. Controls such as phased rollout, redundancy, and governance oversight primarily reduce likelihood, while some controls also reduce operational impact.</a:t>
            </a:r>
            <a:endParaRPr lang="en-US"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50C43B1-0746-89F8-2A00-1191997CCA13}"/>
              </a:ext>
            </a:extLst>
          </p:cNvPr>
          <p:cNvPicPr>
            <a:picLocks noChangeAspect="1"/>
          </p:cNvPicPr>
          <p:nvPr/>
        </p:nvPicPr>
        <p:blipFill>
          <a:blip r:embed="rId3"/>
          <a:stretch>
            <a:fillRect/>
          </a:stretch>
        </p:blipFill>
        <p:spPr>
          <a:xfrm>
            <a:off x="241300" y="1964513"/>
            <a:ext cx="8483600" cy="4489762"/>
          </a:xfrm>
          <a:prstGeom prst="rect">
            <a:avLst/>
          </a:prstGeom>
        </p:spPr>
      </p:pic>
      <p:sp>
        <p:nvSpPr>
          <p:cNvPr id="5" name="文本框 27">
            <a:extLst>
              <a:ext uri="{FF2B5EF4-FFF2-40B4-BE49-F238E27FC236}">
                <a16:creationId xmlns:a16="http://schemas.microsoft.com/office/drawing/2014/main" id="{27DA7747-E24E-1EE9-6E84-D76F435C3EBD}"/>
              </a:ext>
            </a:extLst>
          </p:cNvPr>
          <p:cNvSpPr txBox="1"/>
          <p:nvPr/>
        </p:nvSpPr>
        <p:spPr>
          <a:xfrm>
            <a:off x="8861106" y="2600550"/>
            <a:ext cx="3241994" cy="3170099"/>
          </a:xfrm>
          <a:prstGeom prst="rect">
            <a:avLst/>
          </a:prstGeom>
          <a:noFill/>
        </p:spPr>
        <p:txBody>
          <a:bodyPr wrap="square">
            <a:spAutoFit/>
          </a:bodyPr>
          <a:lstStyle/>
          <a:p>
            <a:r>
              <a:rPr lang="en-US" sz="2000" b="1" dirty="0">
                <a:solidFill>
                  <a:srgbClr val="C00000"/>
                </a:solidFill>
                <a:latin typeface="Times New Roman" panose="02020603050405020304" pitchFamily="18" charset="0"/>
                <a:cs typeface="Times New Roman" panose="02020603050405020304" pitchFamily="18" charset="0"/>
              </a:rPr>
              <a:t>A</a:t>
            </a:r>
            <a:r>
              <a:rPr lang="en-US" altLang="zh-CN" sz="2000" b="1" dirty="0">
                <a:solidFill>
                  <a:srgbClr val="C00000"/>
                </a:solidFill>
                <a:latin typeface="Times New Roman" panose="02020603050405020304" pitchFamily="18" charset="0"/>
                <a:cs typeface="Times New Roman" panose="02020603050405020304" pitchFamily="18" charset="0"/>
              </a:rPr>
              <a:t>ssumption: </a:t>
            </a:r>
          </a:p>
          <a:p>
            <a:r>
              <a:rPr lang="en-US" sz="2000" dirty="0">
                <a:latin typeface="Times New Roman" panose="02020603050405020304" pitchFamily="18" charset="0"/>
                <a:cs typeface="Times New Roman" panose="02020603050405020304" pitchFamily="18" charset="0"/>
              </a:rPr>
              <a:t>Residual risk scores assume that the proposed mitigation controls are fully implemented, adequately funded, and operating effectively. Actual residual risk may vary depending on implementation success and organizational adoption.</a:t>
            </a:r>
          </a:p>
        </p:txBody>
      </p:sp>
    </p:spTree>
    <p:extLst>
      <p:ext uri="{BB962C8B-B14F-4D97-AF65-F5344CB8AC3E}">
        <p14:creationId xmlns:p14="http://schemas.microsoft.com/office/powerpoint/2010/main" val="1188537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6D256-0CAF-AC83-E873-EB1676B03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44084D-C1DE-7E85-9D49-DE604121F13F}"/>
              </a:ext>
            </a:extLst>
          </p:cNvPr>
          <p:cNvSpPr>
            <a:spLocks noGrp="1"/>
          </p:cNvSpPr>
          <p:nvPr>
            <p:ph type="title"/>
          </p:nvPr>
        </p:nvSpPr>
        <p:spPr>
          <a:xfrm>
            <a:off x="575059" y="2836668"/>
            <a:ext cx="6807873" cy="910787"/>
          </a:xfrm>
        </p:spPr>
        <p:txBody>
          <a:bodyPr>
            <a:normAutofit/>
          </a:bodyPr>
          <a:lstStyle/>
          <a:p>
            <a:r>
              <a:rPr lang="en-US" dirty="0"/>
              <a:t>Recommendations</a:t>
            </a:r>
          </a:p>
        </p:txBody>
      </p:sp>
      <p:pic>
        <p:nvPicPr>
          <p:cNvPr id="10" name="Picture Placeholder 9" descr="A person smiling at a computer">
            <a:extLst>
              <a:ext uri="{FF2B5EF4-FFF2-40B4-BE49-F238E27FC236}">
                <a16:creationId xmlns:a16="http://schemas.microsoft.com/office/drawing/2014/main" id="{C3DFFC31-762D-29E3-4A71-B4621293E276}"/>
              </a:ext>
            </a:extLst>
          </p:cNvPr>
          <p:cNvPicPr>
            <a:picLocks noGrp="1" noChangeAspect="1"/>
          </p:cNvPicPr>
          <p:nvPr>
            <p:ph type="pic" sz="quarter" idx="10"/>
          </p:nvPr>
        </p:nvPicPr>
        <p:blipFill>
          <a:blip r:embed="rId3"/>
          <a:srcRect l="18" r="18"/>
          <a:stretch/>
        </p:blipFill>
        <p:spPr>
          <a:xfrm>
            <a:off x="7625969" y="-9144"/>
            <a:ext cx="4581525" cy="6602413"/>
          </a:xfrm>
        </p:spPr>
      </p:pic>
    </p:spTree>
    <p:extLst>
      <p:ext uri="{BB962C8B-B14F-4D97-AF65-F5344CB8AC3E}">
        <p14:creationId xmlns:p14="http://schemas.microsoft.com/office/powerpoint/2010/main" val="1543058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84D6C-A2D1-6A1E-F06D-1E62A2A2CDC2}"/>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7814A5E6-71A3-66CE-F0CC-00B4CC0DF4AC}"/>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rPr>
              <a:t>Recommendations</a:t>
            </a:r>
          </a:p>
        </p:txBody>
      </p:sp>
      <p:sp>
        <p:nvSpPr>
          <p:cNvPr id="11" name="文本框 3">
            <a:extLst>
              <a:ext uri="{FF2B5EF4-FFF2-40B4-BE49-F238E27FC236}">
                <a16:creationId xmlns:a16="http://schemas.microsoft.com/office/drawing/2014/main" id="{EB7681FC-C979-0A08-FE9E-E2FF7D8ABE80}"/>
              </a:ext>
            </a:extLst>
          </p:cNvPr>
          <p:cNvSpPr txBox="1"/>
          <p:nvPr/>
        </p:nvSpPr>
        <p:spPr>
          <a:xfrm>
            <a:off x="466795" y="579520"/>
            <a:ext cx="107995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S</a:t>
            </a:r>
            <a:r>
              <a:rPr kumimoji="0" lang="en-US" altLang="zh-CN"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trategic Recommendations &amp; Implementation Roadmap</a:t>
            </a:r>
            <a:endPar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endParaRPr>
          </a:p>
        </p:txBody>
      </p:sp>
      <p:cxnSp>
        <p:nvCxnSpPr>
          <p:cNvPr id="24" name="直接连接符 133">
            <a:extLst>
              <a:ext uri="{FF2B5EF4-FFF2-40B4-BE49-F238E27FC236}">
                <a16:creationId xmlns:a16="http://schemas.microsoft.com/office/drawing/2014/main" id="{5E0A8B08-FAF1-B0EF-238D-212B2C3654A9}"/>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pic>
        <p:nvPicPr>
          <p:cNvPr id="3" name="Picture 2">
            <a:extLst>
              <a:ext uri="{FF2B5EF4-FFF2-40B4-BE49-F238E27FC236}">
                <a16:creationId xmlns:a16="http://schemas.microsoft.com/office/drawing/2014/main" id="{6E6283C1-DEA7-FAB8-3856-A1C86D4C6E5A}"/>
              </a:ext>
            </a:extLst>
          </p:cNvPr>
          <p:cNvPicPr>
            <a:picLocks noChangeAspect="1"/>
          </p:cNvPicPr>
          <p:nvPr/>
        </p:nvPicPr>
        <p:blipFill>
          <a:blip r:embed="rId3"/>
          <a:stretch>
            <a:fillRect/>
          </a:stretch>
        </p:blipFill>
        <p:spPr>
          <a:xfrm>
            <a:off x="1032934" y="1514477"/>
            <a:ext cx="10126132" cy="3829045"/>
          </a:xfrm>
          <a:prstGeom prst="rect">
            <a:avLst/>
          </a:prstGeom>
        </p:spPr>
      </p:pic>
      <p:sp>
        <p:nvSpPr>
          <p:cNvPr id="4" name="文本框 27">
            <a:extLst>
              <a:ext uri="{FF2B5EF4-FFF2-40B4-BE49-F238E27FC236}">
                <a16:creationId xmlns:a16="http://schemas.microsoft.com/office/drawing/2014/main" id="{45F6037C-B517-989B-FA10-ED60B1A807D6}"/>
              </a:ext>
            </a:extLst>
          </p:cNvPr>
          <p:cNvSpPr txBox="1"/>
          <p:nvPr/>
        </p:nvSpPr>
        <p:spPr>
          <a:xfrm>
            <a:off x="1979507" y="1077775"/>
            <a:ext cx="11725205" cy="400110"/>
          </a:xfrm>
          <a:prstGeom prst="rect">
            <a:avLst/>
          </a:prstGeom>
          <a:noFill/>
        </p:spPr>
        <p:txBody>
          <a:bodyPr wrap="square">
            <a:spAutoFit/>
          </a:bodyPr>
          <a:lstStyle/>
          <a:p>
            <a:r>
              <a:rPr lang="en-US" sz="2000" b="1" dirty="0">
                <a:solidFill>
                  <a:srgbClr val="002060"/>
                </a:solidFill>
                <a:latin typeface="Times New Roman" panose="02020603050405020304" pitchFamily="18" charset="0"/>
                <a:cs typeface="Times New Roman" panose="02020603050405020304" pitchFamily="18" charset="0"/>
              </a:rPr>
              <a:t>A </a:t>
            </a:r>
            <a:r>
              <a:rPr lang="en-US" altLang="zh-CN" sz="2000" b="1" dirty="0">
                <a:solidFill>
                  <a:srgbClr val="002060"/>
                </a:solidFill>
                <a:latin typeface="Times New Roman" panose="02020603050405020304" pitchFamily="18" charset="0"/>
                <a:cs typeface="Times New Roman" panose="02020603050405020304" pitchFamily="18" charset="0"/>
              </a:rPr>
              <a:t>phased approach to managing Walmart’ s frontline AI Transformation risk</a:t>
            </a:r>
            <a:endParaRPr lang="en-US" sz="2000" b="1" dirty="0">
              <a:solidFill>
                <a:srgbClr val="002060"/>
              </a:solidFill>
              <a:latin typeface="Times New Roman" panose="02020603050405020304" pitchFamily="18" charset="0"/>
              <a:cs typeface="Times New Roman" panose="02020603050405020304" pitchFamily="18" charset="0"/>
            </a:endParaRPr>
          </a:p>
        </p:txBody>
      </p:sp>
      <p:sp>
        <p:nvSpPr>
          <p:cNvPr id="5" name="文本框 27">
            <a:extLst>
              <a:ext uri="{FF2B5EF4-FFF2-40B4-BE49-F238E27FC236}">
                <a16:creationId xmlns:a16="http://schemas.microsoft.com/office/drawing/2014/main" id="{7E578F05-174D-29E9-A3AF-3362582EF06D}"/>
              </a:ext>
            </a:extLst>
          </p:cNvPr>
          <p:cNvSpPr txBox="1"/>
          <p:nvPr/>
        </p:nvSpPr>
        <p:spPr>
          <a:xfrm>
            <a:off x="4474351" y="5410893"/>
            <a:ext cx="4093916" cy="369332"/>
          </a:xfrm>
          <a:prstGeom prst="rect">
            <a:avLst/>
          </a:prstGeom>
          <a:noFill/>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Walmart Future Success Factors:</a:t>
            </a:r>
          </a:p>
        </p:txBody>
      </p:sp>
      <p:sp>
        <p:nvSpPr>
          <p:cNvPr id="6" name="文本框 27">
            <a:extLst>
              <a:ext uri="{FF2B5EF4-FFF2-40B4-BE49-F238E27FC236}">
                <a16:creationId xmlns:a16="http://schemas.microsoft.com/office/drawing/2014/main" id="{F7BF958A-6780-0CFE-7A7A-2709749F79D0}"/>
              </a:ext>
            </a:extLst>
          </p:cNvPr>
          <p:cNvSpPr txBox="1"/>
          <p:nvPr/>
        </p:nvSpPr>
        <p:spPr>
          <a:xfrm>
            <a:off x="193886" y="5816813"/>
            <a:ext cx="2176781" cy="369332"/>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Governance</a:t>
            </a:r>
          </a:p>
        </p:txBody>
      </p:sp>
      <p:sp>
        <p:nvSpPr>
          <p:cNvPr id="7" name="文本框 27">
            <a:extLst>
              <a:ext uri="{FF2B5EF4-FFF2-40B4-BE49-F238E27FC236}">
                <a16:creationId xmlns:a16="http://schemas.microsoft.com/office/drawing/2014/main" id="{B5E5306A-AEBC-CE3B-86FD-8E6E7B2B7836}"/>
              </a:ext>
            </a:extLst>
          </p:cNvPr>
          <p:cNvSpPr txBox="1"/>
          <p:nvPr/>
        </p:nvSpPr>
        <p:spPr>
          <a:xfrm>
            <a:off x="193886" y="6193224"/>
            <a:ext cx="2571892" cy="584775"/>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Strong oversight and accountability</a:t>
            </a:r>
          </a:p>
        </p:txBody>
      </p:sp>
      <p:sp>
        <p:nvSpPr>
          <p:cNvPr id="8" name="文本框 27">
            <a:extLst>
              <a:ext uri="{FF2B5EF4-FFF2-40B4-BE49-F238E27FC236}">
                <a16:creationId xmlns:a16="http://schemas.microsoft.com/office/drawing/2014/main" id="{6F207BC7-4C93-0C45-3CE0-99718BA5EE83}"/>
              </a:ext>
            </a:extLst>
          </p:cNvPr>
          <p:cNvSpPr txBox="1"/>
          <p:nvPr/>
        </p:nvSpPr>
        <p:spPr>
          <a:xfrm>
            <a:off x="2976597" y="5816813"/>
            <a:ext cx="2176781" cy="369332"/>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Technology</a:t>
            </a:r>
          </a:p>
        </p:txBody>
      </p:sp>
      <p:sp>
        <p:nvSpPr>
          <p:cNvPr id="10" name="文本框 27">
            <a:extLst>
              <a:ext uri="{FF2B5EF4-FFF2-40B4-BE49-F238E27FC236}">
                <a16:creationId xmlns:a16="http://schemas.microsoft.com/office/drawing/2014/main" id="{63025B0B-0AF5-1433-3570-C08681FEB2DC}"/>
              </a:ext>
            </a:extLst>
          </p:cNvPr>
          <p:cNvSpPr txBox="1"/>
          <p:nvPr/>
        </p:nvSpPr>
        <p:spPr>
          <a:xfrm>
            <a:off x="2976597" y="6193224"/>
            <a:ext cx="2571892" cy="584775"/>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Reliable infrastructure and integration</a:t>
            </a:r>
          </a:p>
        </p:txBody>
      </p:sp>
      <p:sp>
        <p:nvSpPr>
          <p:cNvPr id="12" name="文本框 27">
            <a:extLst>
              <a:ext uri="{FF2B5EF4-FFF2-40B4-BE49-F238E27FC236}">
                <a16:creationId xmlns:a16="http://schemas.microsoft.com/office/drawing/2014/main" id="{898DD839-F307-3B41-CBD1-82BED87AC7DA}"/>
              </a:ext>
            </a:extLst>
          </p:cNvPr>
          <p:cNvSpPr txBox="1"/>
          <p:nvPr/>
        </p:nvSpPr>
        <p:spPr>
          <a:xfrm>
            <a:off x="6129867" y="5816813"/>
            <a:ext cx="2176781" cy="369332"/>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People</a:t>
            </a:r>
          </a:p>
        </p:txBody>
      </p:sp>
      <p:sp>
        <p:nvSpPr>
          <p:cNvPr id="13" name="文本框 27">
            <a:extLst>
              <a:ext uri="{FF2B5EF4-FFF2-40B4-BE49-F238E27FC236}">
                <a16:creationId xmlns:a16="http://schemas.microsoft.com/office/drawing/2014/main" id="{88B69626-9E32-45FF-CC9E-611D91489622}"/>
              </a:ext>
            </a:extLst>
          </p:cNvPr>
          <p:cNvSpPr txBox="1"/>
          <p:nvPr/>
        </p:nvSpPr>
        <p:spPr>
          <a:xfrm>
            <a:off x="6129867" y="6193224"/>
            <a:ext cx="2571892" cy="584775"/>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Workforce adoption and training</a:t>
            </a:r>
          </a:p>
        </p:txBody>
      </p:sp>
      <p:sp>
        <p:nvSpPr>
          <p:cNvPr id="14" name="文本框 27">
            <a:extLst>
              <a:ext uri="{FF2B5EF4-FFF2-40B4-BE49-F238E27FC236}">
                <a16:creationId xmlns:a16="http://schemas.microsoft.com/office/drawing/2014/main" id="{537C1943-72D0-EBDA-EACD-FAF10CEA89DB}"/>
              </a:ext>
            </a:extLst>
          </p:cNvPr>
          <p:cNvSpPr txBox="1"/>
          <p:nvPr/>
        </p:nvSpPr>
        <p:spPr>
          <a:xfrm>
            <a:off x="9283137" y="5816813"/>
            <a:ext cx="2176781" cy="369332"/>
          </a:xfrm>
          <a:prstGeom prst="rect">
            <a:avLst/>
          </a:prstGeom>
          <a:solidFill>
            <a:schemeClr val="tx2">
              <a:lumMod val="20000"/>
              <a:lumOff val="80000"/>
            </a:schemeClr>
          </a:solidFill>
        </p:spPr>
        <p:txBody>
          <a:bodyPr wrap="square">
            <a:spAutoFit/>
          </a:bodyPr>
          <a:lstStyle/>
          <a:p>
            <a:pPr algn="ctr"/>
            <a:r>
              <a:rPr lang="en-US" dirty="0">
                <a:latin typeface="Times New Roman" panose="02020603050405020304" pitchFamily="18" charset="0"/>
                <a:cs typeface="Times New Roman" panose="02020603050405020304" pitchFamily="18" charset="0"/>
              </a:rPr>
              <a:t>Monitoring</a:t>
            </a:r>
          </a:p>
        </p:txBody>
      </p:sp>
      <p:sp>
        <p:nvSpPr>
          <p:cNvPr id="15" name="文本框 27">
            <a:extLst>
              <a:ext uri="{FF2B5EF4-FFF2-40B4-BE49-F238E27FC236}">
                <a16:creationId xmlns:a16="http://schemas.microsoft.com/office/drawing/2014/main" id="{53FDB8BA-075C-CCE7-62EF-9BA2BDAF8EBF}"/>
              </a:ext>
            </a:extLst>
          </p:cNvPr>
          <p:cNvSpPr txBox="1"/>
          <p:nvPr/>
        </p:nvSpPr>
        <p:spPr>
          <a:xfrm>
            <a:off x="9283137" y="6193224"/>
            <a:ext cx="2571892" cy="584775"/>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Continuous KRI and risk review</a:t>
            </a:r>
          </a:p>
        </p:txBody>
      </p:sp>
    </p:spTree>
    <p:extLst>
      <p:ext uri="{BB962C8B-B14F-4D97-AF65-F5344CB8AC3E}">
        <p14:creationId xmlns:p14="http://schemas.microsoft.com/office/powerpoint/2010/main" val="4042229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F312C-DED2-20A6-3F9B-C686F951A26D}"/>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AB74317-115E-D79B-F8C3-4C4E508C4D8B}"/>
              </a:ext>
            </a:extLst>
          </p:cNvPr>
          <p:cNvSpPr txBox="1">
            <a:spLocks/>
          </p:cNvSpPr>
          <p:nvPr/>
        </p:nvSpPr>
        <p:spPr>
          <a:xfrm>
            <a:off x="466796" y="-746994"/>
            <a:ext cx="10405174" cy="132651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a:lstStyle>
          <a:p>
            <a:pPr marL="0" marR="0" lvl="0" indent="0" algn="l" defTabSz="914400" rtl="0" eaLnBrk="1" fontAlgn="auto" latinLnBrk="0" hangingPunct="1">
              <a:lnSpc>
                <a:spcPct val="200000"/>
              </a:lnSpc>
              <a:spcBef>
                <a:spcPct val="0"/>
              </a:spcBef>
              <a:spcAft>
                <a:spcPts val="0"/>
              </a:spcAft>
              <a:buClrTx/>
              <a:buSzTx/>
              <a:buFontTx/>
              <a:buNone/>
              <a:tabLst/>
              <a:defRPr/>
            </a:pPr>
            <a:r>
              <a:rPr kumimoji="0" lang="en-US" sz="2800" b="1" i="0" u="none" strike="noStrike" kern="1200" cap="all" spc="0" normalizeH="0" baseline="0" noProof="0" dirty="0">
                <a:ln>
                  <a:noFill/>
                </a:ln>
                <a:solidFill>
                  <a:sysClr val="windowText" lastClr="000000"/>
                </a:solidFill>
                <a:effectLst/>
                <a:uLnTx/>
                <a:uFillTx/>
                <a:latin typeface="Posterama" panose="020B0504020200020000" pitchFamily="34" charset="0"/>
                <a:ea typeface="+mj-ea"/>
                <a:cs typeface="Posterama" panose="020B0504020200020000" pitchFamily="34" charset="0"/>
              </a:rPr>
              <a:t>Recommendations</a:t>
            </a:r>
          </a:p>
        </p:txBody>
      </p:sp>
      <p:sp>
        <p:nvSpPr>
          <p:cNvPr id="11" name="文本框 3">
            <a:extLst>
              <a:ext uri="{FF2B5EF4-FFF2-40B4-BE49-F238E27FC236}">
                <a16:creationId xmlns:a16="http://schemas.microsoft.com/office/drawing/2014/main" id="{F5CEBE62-5FC7-5ACB-D5C3-5EA1AE4C13CA}"/>
              </a:ext>
            </a:extLst>
          </p:cNvPr>
          <p:cNvSpPr txBox="1"/>
          <p:nvPr/>
        </p:nvSpPr>
        <p:spPr>
          <a:xfrm>
            <a:off x="466795" y="579520"/>
            <a:ext cx="107995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A9D8F"/>
                </a:solidFill>
                <a:effectLst/>
                <a:uLnTx/>
                <a:uFillTx/>
                <a:latin typeface="Posterama" panose="020B0504020200020000" pitchFamily="34" charset="0"/>
                <a:ea typeface="+mn-ea"/>
                <a:cs typeface="Posterama" panose="020B0504020200020000" pitchFamily="34" charset="0"/>
              </a:rPr>
              <a:t>Conclusion</a:t>
            </a:r>
          </a:p>
        </p:txBody>
      </p:sp>
      <p:cxnSp>
        <p:nvCxnSpPr>
          <p:cNvPr id="24" name="直接连接符 133">
            <a:extLst>
              <a:ext uri="{FF2B5EF4-FFF2-40B4-BE49-F238E27FC236}">
                <a16:creationId xmlns:a16="http://schemas.microsoft.com/office/drawing/2014/main" id="{09F80A65-C591-FDD4-8936-0AEC8D5E6C2F}"/>
              </a:ext>
            </a:extLst>
          </p:cNvPr>
          <p:cNvCxnSpPr>
            <a:cxnSpLocks/>
          </p:cNvCxnSpPr>
          <p:nvPr/>
        </p:nvCxnSpPr>
        <p:spPr>
          <a:xfrm flipH="1">
            <a:off x="466796" y="1041185"/>
            <a:ext cx="11258408" cy="0"/>
          </a:xfrm>
          <a:prstGeom prst="line">
            <a:avLst/>
          </a:prstGeom>
          <a:noFill/>
          <a:ln w="9525" cap="flat" cmpd="sng" algn="ctr">
            <a:solidFill>
              <a:srgbClr val="808080"/>
            </a:solidFill>
            <a:prstDash val="dash"/>
            <a:tailEnd type="none"/>
          </a:ln>
          <a:effectLst/>
        </p:spPr>
      </p:cxnSp>
      <p:sp>
        <p:nvSpPr>
          <p:cNvPr id="2" name="文本框 27">
            <a:extLst>
              <a:ext uri="{FF2B5EF4-FFF2-40B4-BE49-F238E27FC236}">
                <a16:creationId xmlns:a16="http://schemas.microsoft.com/office/drawing/2014/main" id="{B1DE9EFD-C5E4-B406-EDD8-9E4BE26440F9}"/>
              </a:ext>
            </a:extLst>
          </p:cNvPr>
          <p:cNvSpPr txBox="1"/>
          <p:nvPr/>
        </p:nvSpPr>
        <p:spPr>
          <a:xfrm>
            <a:off x="2069818" y="2562899"/>
            <a:ext cx="11725205" cy="2246769"/>
          </a:xfrm>
          <a:prstGeom prst="rect">
            <a:avLst/>
          </a:prstGeom>
          <a:noFill/>
        </p:spPr>
        <p:txBody>
          <a:bodyPr wrap="square">
            <a:spAutoFit/>
          </a:bodyPr>
          <a:lstStyle/>
          <a:p>
            <a:r>
              <a:rPr lang="en-US" sz="2000" dirty="0">
                <a:solidFill>
                  <a:srgbClr val="002060"/>
                </a:solidFill>
                <a:latin typeface="Times New Roman" panose="02020603050405020304" pitchFamily="18" charset="0"/>
                <a:cs typeface="Times New Roman" panose="02020603050405020304" pitchFamily="18" charset="0"/>
              </a:rPr>
              <a:t>In conclusion, Walmart should proceed with Walmart’s frontline AI transformation</a:t>
            </a:r>
          </a:p>
          <a:p>
            <a:r>
              <a:rPr lang="en-US" sz="2000" dirty="0">
                <a:solidFill>
                  <a:srgbClr val="002060"/>
                </a:solidFill>
                <a:latin typeface="Times New Roman" panose="02020603050405020304" pitchFamily="18" charset="0"/>
                <a:cs typeface="Times New Roman" panose="02020603050405020304" pitchFamily="18" charset="0"/>
              </a:rPr>
              <a:t>But some implementation should be applied:</a:t>
            </a:r>
          </a:p>
          <a:p>
            <a:pPr marL="342900" indent="-342900">
              <a:buFont typeface="Arial" panose="020B0604020202020204" pitchFamily="34" charset="0"/>
              <a:buChar char="•"/>
            </a:pPr>
            <a:r>
              <a:rPr lang="en-US" sz="2000" dirty="0">
                <a:solidFill>
                  <a:srgbClr val="002060"/>
                </a:solidFill>
                <a:latin typeface="Times New Roman" panose="02020603050405020304" pitchFamily="18" charset="0"/>
                <a:cs typeface="Times New Roman" panose="02020603050405020304" pitchFamily="18" charset="0"/>
              </a:rPr>
              <a:t>Strong AI governance</a:t>
            </a:r>
          </a:p>
          <a:p>
            <a:pPr marL="342900" indent="-342900">
              <a:buFont typeface="Arial" panose="020B0604020202020204" pitchFamily="34" charset="0"/>
              <a:buChar char="•"/>
            </a:pPr>
            <a:r>
              <a:rPr lang="en-US" sz="2000" dirty="0">
                <a:solidFill>
                  <a:srgbClr val="002060"/>
                </a:solidFill>
                <a:latin typeface="Times New Roman" panose="02020603050405020304" pitchFamily="18" charset="0"/>
                <a:cs typeface="Times New Roman" panose="02020603050405020304" pitchFamily="18" charset="0"/>
              </a:rPr>
              <a:t>Phased deployment</a:t>
            </a:r>
          </a:p>
          <a:p>
            <a:pPr marL="342900" indent="-342900">
              <a:buFont typeface="Arial" panose="020B0604020202020204" pitchFamily="34" charset="0"/>
              <a:buChar char="•"/>
            </a:pPr>
            <a:r>
              <a:rPr lang="en-US" sz="2000" dirty="0">
                <a:solidFill>
                  <a:srgbClr val="002060"/>
                </a:solidFill>
                <a:latin typeface="Times New Roman" panose="02020603050405020304" pitchFamily="18" charset="0"/>
                <a:cs typeface="Times New Roman" panose="02020603050405020304" pitchFamily="18" charset="0"/>
              </a:rPr>
              <a:t>Continuous KRI monitoring</a:t>
            </a:r>
          </a:p>
          <a:p>
            <a:pPr marL="342900" indent="-342900">
              <a:buFont typeface="Arial" panose="020B0604020202020204" pitchFamily="34" charset="0"/>
              <a:buChar char="•"/>
            </a:pPr>
            <a:r>
              <a:rPr lang="en-US" sz="2000" dirty="0">
                <a:solidFill>
                  <a:srgbClr val="002060"/>
                </a:solidFill>
                <a:latin typeface="Times New Roman" panose="02020603050405020304" pitchFamily="18" charset="0"/>
                <a:cs typeface="Times New Roman" panose="02020603050405020304" pitchFamily="18" charset="0"/>
              </a:rPr>
              <a:t>Cybersecurity Controls</a:t>
            </a:r>
          </a:p>
          <a:p>
            <a:pPr marL="342900" indent="-342900">
              <a:buFont typeface="Arial" panose="020B0604020202020204" pitchFamily="34" charset="0"/>
              <a:buChar char="•"/>
            </a:pPr>
            <a:r>
              <a:rPr lang="en-US" sz="2000" dirty="0">
                <a:solidFill>
                  <a:srgbClr val="002060"/>
                </a:solidFill>
                <a:latin typeface="Times New Roman" panose="02020603050405020304" pitchFamily="18" charset="0"/>
                <a:cs typeface="Times New Roman" panose="02020603050405020304" pitchFamily="18" charset="0"/>
              </a:rPr>
              <a:t>Vendor Management &amp; Integration oversight</a:t>
            </a:r>
          </a:p>
        </p:txBody>
      </p:sp>
    </p:spTree>
    <p:extLst>
      <p:ext uri="{BB962C8B-B14F-4D97-AF65-F5344CB8AC3E}">
        <p14:creationId xmlns:p14="http://schemas.microsoft.com/office/powerpoint/2010/main" val="2224335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9AF8C4C-9D39-6B07-E5BF-60719B4B345C}"/>
              </a:ext>
            </a:extLst>
          </p:cNvPr>
          <p:cNvSpPr>
            <a:spLocks noGrp="1"/>
          </p:cNvSpPr>
          <p:nvPr>
            <p:ph type="ctrTitle"/>
          </p:nvPr>
        </p:nvSpPr>
        <p:spPr/>
        <p:txBody>
          <a:bodyPr/>
          <a:lstStyle/>
          <a:p>
            <a:r>
              <a:rPr lang="en-US" dirty="0"/>
              <a:t>Thank you</a:t>
            </a:r>
          </a:p>
        </p:txBody>
      </p:sp>
      <p:pic>
        <p:nvPicPr>
          <p:cNvPr id="9" name="Picture Placeholder 8" descr="A rack of clothes with different colors">
            <a:extLst>
              <a:ext uri="{FF2B5EF4-FFF2-40B4-BE49-F238E27FC236}">
                <a16:creationId xmlns:a16="http://schemas.microsoft.com/office/drawing/2014/main" id="{DDEE9607-72F9-9950-884E-D9DD28B3B14F}"/>
              </a:ext>
            </a:extLst>
          </p:cNvPr>
          <p:cNvPicPr>
            <a:picLocks noGrp="1" noChangeAspect="1"/>
          </p:cNvPicPr>
          <p:nvPr>
            <p:ph type="pic" sz="quarter" idx="4294967295"/>
          </p:nvPr>
        </p:nvPicPr>
        <p:blipFill>
          <a:blip r:embed="rId3">
            <a:extLst>
              <a:ext uri="{28A0092B-C50C-407E-A947-70E740481C1C}">
                <a14:useLocalDpi xmlns:a14="http://schemas.microsoft.com/office/drawing/2010/main" val="0"/>
              </a:ext>
            </a:extLst>
          </a:blip>
          <a:srcRect l="3799" t="27980" r="3799" b="15332"/>
          <a:stretch/>
        </p:blipFill>
        <p:spPr>
          <a:xfrm>
            <a:off x="0" y="0"/>
            <a:ext cx="12191999" cy="4986425"/>
          </a:xfrm>
        </p:spPr>
      </p:pic>
    </p:spTree>
    <p:extLst>
      <p:ext uri="{BB962C8B-B14F-4D97-AF65-F5344CB8AC3E}">
        <p14:creationId xmlns:p14="http://schemas.microsoft.com/office/powerpoint/2010/main" val="3973918925"/>
      </p:ext>
    </p:extLst>
  </p:cSld>
  <p:clrMapOvr>
    <a:masterClrMapping/>
  </p:clrMapOvr>
</p:sld>
</file>

<file path=ppt/theme/theme1.xml><?xml version="1.0" encoding="utf-8"?>
<a:theme xmlns:a="http://schemas.openxmlformats.org/drawingml/2006/main" name="Modern Geometric">
  <a:themeElements>
    <a:clrScheme name="Custom 333">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 Geometry_win32_LW_V5" id="{285A39F3-A451-408B-817C-26483350492A}" vid="{495EC47C-C27F-4E1E-BA05-6406AA90C8E7}"/>
    </a:ext>
  </a:extLst>
</a:theme>
</file>

<file path=ppt/theme/theme2.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333">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themeOverride>
</file>

<file path=ppt/theme/themeOverride2.xml><?xml version="1.0" encoding="utf-8"?>
<a:themeOverride xmlns:a="http://schemas.openxmlformats.org/drawingml/2006/main">
  <a:clrScheme name="Custom 333">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F0B4CBE-0A64-4EB3-A581-870990A37F2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9C4DDB0D-7AB3-4D84-AEF2-300C81F8BA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916B941-D077-4F38-A655-9FE3942462B2}">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Modern geometry design</Template>
  <TotalTime>1921</TotalTime>
  <Words>3263</Words>
  <Application>Microsoft Office PowerPoint</Application>
  <PresentationFormat>Widescreen</PresentationFormat>
  <Paragraphs>305</Paragraphs>
  <Slides>23</Slides>
  <Notes>23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23</vt:i4>
      </vt:variant>
    </vt:vector>
  </HeadingPairs>
  <TitlesOfParts>
    <vt:vector size="33" baseType="lpstr">
      <vt:lpstr>Aptos</vt:lpstr>
      <vt:lpstr>Arial</vt:lpstr>
      <vt:lpstr>Avenir Next LT Pro Light</vt:lpstr>
      <vt:lpstr>Century Gothic</vt:lpstr>
      <vt:lpstr>Karla</vt:lpstr>
      <vt:lpstr>Posterama</vt:lpstr>
      <vt:lpstr>Times New Roman</vt:lpstr>
      <vt:lpstr>Univers Condensed Light</vt:lpstr>
      <vt:lpstr>Modern Geometric</vt:lpstr>
      <vt:lpstr>Custom</vt:lpstr>
      <vt:lpstr>Walmart Frontline AI Transformation Enterprise Risk Assessment and Analytics</vt:lpstr>
      <vt:lpstr>Agenda</vt:lpstr>
      <vt:lpstr>Introduction</vt:lpstr>
      <vt:lpstr>Business Context</vt:lpstr>
      <vt:lpstr>PowerPoint Presentation</vt:lpstr>
      <vt:lpstr>PowerPoint Presentation</vt:lpstr>
      <vt:lpstr>PowerPoint Presentation</vt:lpstr>
      <vt:lpstr>Enterprise Risk Management Framework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Recommendations</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Hao Mao</dc:creator>
  <cp:lastModifiedBy>isaac4ideho@gmail.com</cp:lastModifiedBy>
  <cp:revision>130</cp:revision>
  <dcterms:created xsi:type="dcterms:W3CDTF">2025-06-25T17:38:58Z</dcterms:created>
  <dcterms:modified xsi:type="dcterms:W3CDTF">2026-06-26T04:39:27Z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